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1" r:id="rId4"/>
  </p:sldMasterIdLst>
  <p:notesMasterIdLst>
    <p:notesMasterId r:id="rId26"/>
  </p:notesMasterIdLst>
  <p:sldIdLst>
    <p:sldId id="258" r:id="rId5"/>
    <p:sldId id="466" r:id="rId6"/>
    <p:sldId id="385" r:id="rId7"/>
    <p:sldId id="386" r:id="rId8"/>
    <p:sldId id="383" r:id="rId9"/>
    <p:sldId id="384" r:id="rId10"/>
    <p:sldId id="264" r:id="rId11"/>
    <p:sldId id="387" r:id="rId12"/>
    <p:sldId id="464" r:id="rId13"/>
    <p:sldId id="440" r:id="rId14"/>
    <p:sldId id="435" r:id="rId15"/>
    <p:sldId id="441" r:id="rId16"/>
    <p:sldId id="443" r:id="rId17"/>
    <p:sldId id="460" r:id="rId18"/>
    <p:sldId id="442" r:id="rId19"/>
    <p:sldId id="447" r:id="rId20"/>
    <p:sldId id="467" r:id="rId21"/>
    <p:sldId id="462" r:id="rId22"/>
    <p:sldId id="463" r:id="rId23"/>
    <p:sldId id="465" r:id="rId24"/>
    <p:sldId id="26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B2D2F2"/>
    <a:srgbClr val="73A9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890" autoAdjust="0"/>
    <p:restoredTop sz="96405"/>
  </p:normalViewPr>
  <p:slideViewPr>
    <p:cSldViewPr snapToGrid="0" snapToObjects="1" showGuides="1">
      <p:cViewPr varScale="1">
        <p:scale>
          <a:sx n="103" d="100"/>
          <a:sy n="103" d="100"/>
        </p:scale>
        <p:origin x="639" y="86"/>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59A375-B218-184B-B243-CB7E0F1616A7}" type="datetimeFigureOut">
              <a:rPr lang="en-US" smtClean="0"/>
              <a:t>8/15/2024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D5F0F0-3408-9F4A-9B24-898CD7F5D4E4}" type="slidenum">
              <a:rPr lang="en-US" smtClean="0"/>
              <a:t>‹#›</a:t>
            </a:fld>
            <a:endParaRPr lang="en-US" dirty="0"/>
          </a:p>
        </p:txBody>
      </p:sp>
    </p:spTree>
    <p:extLst>
      <p:ext uri="{BB962C8B-B14F-4D97-AF65-F5344CB8AC3E}">
        <p14:creationId xmlns:p14="http://schemas.microsoft.com/office/powerpoint/2010/main" val="1727006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1</a:t>
            </a:fld>
            <a:endParaRPr lang="en-US" dirty="0"/>
          </a:p>
        </p:txBody>
      </p:sp>
    </p:spTree>
    <p:extLst>
      <p:ext uri="{BB962C8B-B14F-4D97-AF65-F5344CB8AC3E}">
        <p14:creationId xmlns:p14="http://schemas.microsoft.com/office/powerpoint/2010/main" val="1100815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2</a:t>
            </a:fld>
            <a:endParaRPr lang="en-US" dirty="0"/>
          </a:p>
        </p:txBody>
      </p:sp>
    </p:spTree>
    <p:extLst>
      <p:ext uri="{BB962C8B-B14F-4D97-AF65-F5344CB8AC3E}">
        <p14:creationId xmlns:p14="http://schemas.microsoft.com/office/powerpoint/2010/main" val="516109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9</a:t>
            </a:fld>
            <a:endParaRPr lang="en-US" dirty="0"/>
          </a:p>
        </p:txBody>
      </p:sp>
    </p:spTree>
    <p:extLst>
      <p:ext uri="{BB962C8B-B14F-4D97-AF65-F5344CB8AC3E}">
        <p14:creationId xmlns:p14="http://schemas.microsoft.com/office/powerpoint/2010/main" val="235968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DD5F0F0-3408-9F4A-9B24-898CD7F5D4E4}" type="slidenum">
              <a:rPr lang="en-US" smtClean="0"/>
              <a:t>11</a:t>
            </a:fld>
            <a:endParaRPr lang="en-US" dirty="0"/>
          </a:p>
        </p:txBody>
      </p:sp>
    </p:spTree>
    <p:extLst>
      <p:ext uri="{BB962C8B-B14F-4D97-AF65-F5344CB8AC3E}">
        <p14:creationId xmlns:p14="http://schemas.microsoft.com/office/powerpoint/2010/main" val="25331269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17</a:t>
            </a:fld>
            <a:endParaRPr lang="en-US" dirty="0"/>
          </a:p>
        </p:txBody>
      </p:sp>
    </p:spTree>
    <p:extLst>
      <p:ext uri="{BB962C8B-B14F-4D97-AF65-F5344CB8AC3E}">
        <p14:creationId xmlns:p14="http://schemas.microsoft.com/office/powerpoint/2010/main" val="38468390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DD5F0F0-3408-9F4A-9B24-898CD7F5D4E4}" type="slidenum">
              <a:rPr lang="en-US" smtClean="0"/>
              <a:t>21</a:t>
            </a:fld>
            <a:endParaRPr lang="en-US" dirty="0"/>
          </a:p>
        </p:txBody>
      </p:sp>
    </p:spTree>
    <p:extLst>
      <p:ext uri="{BB962C8B-B14F-4D97-AF65-F5344CB8AC3E}">
        <p14:creationId xmlns:p14="http://schemas.microsoft.com/office/powerpoint/2010/main" val="2446002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1 Light">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667"/>
            <a:ext cx="12189624" cy="6856664"/>
          </a:xfrm>
          <a:prstGeom prst="rect">
            <a:avLst/>
          </a:prstGeom>
        </p:spPr>
      </p:pic>
      <p:sp>
        <p:nvSpPr>
          <p:cNvPr id="2" name="Title 1"/>
          <p:cNvSpPr>
            <a:spLocks noGrp="1"/>
          </p:cNvSpPr>
          <p:nvPr>
            <p:ph type="ctrTitle" hasCustomPrompt="1"/>
          </p:nvPr>
        </p:nvSpPr>
        <p:spPr>
          <a:xfrm>
            <a:off x="685800" y="2324100"/>
            <a:ext cx="9144000" cy="1572399"/>
          </a:xfrm>
        </p:spPr>
        <p:txBody>
          <a:bodyPr anchor="b">
            <a:normAutofit/>
          </a:bodyPr>
          <a:lstStyle>
            <a:lvl1pPr algn="l">
              <a:defRPr sz="4000"/>
            </a:lvl1pPr>
          </a:lstStyle>
          <a:p>
            <a:r>
              <a:rPr lang="en-US" dirty="0"/>
              <a:t>Click to add title</a:t>
            </a:r>
          </a:p>
        </p:txBody>
      </p:sp>
      <p:sp>
        <p:nvSpPr>
          <p:cNvPr id="3" name="Subtitle 2"/>
          <p:cNvSpPr>
            <a:spLocks noGrp="1"/>
          </p:cNvSpPr>
          <p:nvPr>
            <p:ph type="subTitle" idx="1" hasCustomPrompt="1"/>
          </p:nvPr>
        </p:nvSpPr>
        <p:spPr>
          <a:xfrm>
            <a:off x="685800" y="4038600"/>
            <a:ext cx="9144000" cy="838200"/>
          </a:xfrm>
        </p:spPr>
        <p:txBody>
          <a:bodyPr lIns="0" tIns="0" rIns="0" bIns="0"/>
          <a:lstStyle>
            <a:lvl1pPr marL="0" indent="0" algn="l">
              <a:buNone/>
              <a:defRPr sz="2400" b="1">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2" name="Text Placeholder 11"/>
          <p:cNvSpPr>
            <a:spLocks noGrp="1"/>
          </p:cNvSpPr>
          <p:nvPr>
            <p:ph type="body" sz="quarter" idx="13" hasCustomPrompt="1"/>
          </p:nvPr>
        </p:nvSpPr>
        <p:spPr>
          <a:xfrm>
            <a:off x="685800" y="4876800"/>
            <a:ext cx="5410200" cy="1333500"/>
          </a:xfrm>
        </p:spPr>
        <p:txBody>
          <a:bodyPr lIns="0" tIns="0" rIns="0" bIns="0">
            <a:normAutofit/>
          </a:bodyPr>
          <a:lstStyle>
            <a:lvl1pPr marL="0" indent="0">
              <a:lnSpc>
                <a:spcPct val="100000"/>
              </a:lnSpc>
              <a:spcBef>
                <a:spcPts val="0"/>
              </a:spcBef>
              <a:buNone/>
              <a:defRPr sz="14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09" y="95382"/>
            <a:ext cx="3178301" cy="1309907"/>
          </a:xfrm>
          <a:prstGeom prst="rect">
            <a:avLst/>
          </a:prstGeom>
        </p:spPr>
      </p:pic>
    </p:spTree>
  </p:cSld>
  <p:clrMapOvr>
    <a:masterClrMapping/>
  </p:clrMapOvr>
  <p:extLst>
    <p:ext uri="{DCECCB84-F9BA-43D5-87BE-67443E8EF086}">
      <p15:sldGuideLst xmlns:p15="http://schemas.microsoft.com/office/powerpoint/2012/main">
        <p15:guide id="5" pos="43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3" name="Title 12"/>
          <p:cNvSpPr>
            <a:spLocks noGrp="1"/>
          </p:cNvSpPr>
          <p:nvPr>
            <p:ph type="title" hasCustomPrompt="1"/>
          </p:nvPr>
        </p:nvSpPr>
        <p:spPr/>
        <p:txBody>
          <a:bodyPr/>
          <a:lstStyle/>
          <a:p>
            <a:r>
              <a:rPr lang="en-US" dirty="0"/>
              <a:t>Click to add title</a:t>
            </a:r>
          </a:p>
        </p:txBody>
      </p:sp>
      <p:sp>
        <p:nvSpPr>
          <p:cNvPr id="9" name="Content Placeholder 8"/>
          <p:cNvSpPr>
            <a:spLocks noGrp="1"/>
          </p:cNvSpPr>
          <p:nvPr>
            <p:ph sz="quarter" idx="13" hasCustomPrompt="1"/>
          </p:nvPr>
        </p:nvSpPr>
        <p:spPr>
          <a:xfrm>
            <a:off x="952500" y="1179514"/>
            <a:ext cx="10287000" cy="503078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11"/>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14" name="Footer Placeholder 13"/>
          <p:cNvSpPr>
            <a:spLocks noGrp="1"/>
          </p:cNvSpPr>
          <p:nvPr>
            <p:ph type="ftr" sz="quarter" idx="15"/>
          </p:nvPr>
        </p:nvSpPr>
        <p:spPr/>
        <p:txBody>
          <a:bodyPr/>
          <a:lstStyle/>
          <a:p>
            <a:endParaRPr lang="en-US" dirty="0"/>
          </a:p>
        </p:txBody>
      </p:sp>
      <p:sp>
        <p:nvSpPr>
          <p:cNvPr id="15" name="Slide Number Placeholder 14"/>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412735"/>
            <a:ext cx="11277600" cy="342899"/>
          </a:xfrm>
        </p:spPr>
        <p:txBody>
          <a:bodyPr>
            <a:noAutofit/>
          </a:bodyPr>
          <a:lstStyle>
            <a:lvl1pPr>
              <a:defRPr sz="2800"/>
            </a:lvl1pPr>
          </a:lstStyle>
          <a:p>
            <a:r>
              <a:rPr lang="en-US" dirty="0"/>
              <a:t>Click to add title </a:t>
            </a:r>
          </a:p>
        </p:txBody>
      </p:sp>
      <p:sp>
        <p:nvSpPr>
          <p:cNvPr id="3" name="Content Placeholder 2"/>
          <p:cNvSpPr>
            <a:spLocks noGrp="1"/>
          </p:cNvSpPr>
          <p:nvPr>
            <p:ph idx="1" hasCustomPrompt="1"/>
          </p:nvPr>
        </p:nvSpPr>
        <p:spPr>
          <a:xfrm>
            <a:off x="952500" y="1485900"/>
            <a:ext cx="10287000" cy="4724400"/>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3" hasCustomPrompt="1"/>
          </p:nvPr>
        </p:nvSpPr>
        <p:spPr>
          <a:xfrm>
            <a:off x="457200" y="795015"/>
            <a:ext cx="11277600" cy="386085"/>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4" name="Date Placeholder 13"/>
          <p:cNvSpPr>
            <a:spLocks noGrp="1"/>
          </p:cNvSpPr>
          <p:nvPr>
            <p:ph type="dt" sz="half" idx="14"/>
          </p:nvPr>
        </p:nvSpPr>
        <p:spPr/>
        <p:txBody>
          <a:bodyPr/>
          <a:lstStyle/>
          <a:p>
            <a:fld id="{D5EA4699-75BE-494C-BD9A-E994FCCCDC34}" type="datetime3">
              <a:rPr lang="en-US" smtClean="0"/>
              <a:t>15 August 2024</a:t>
            </a:fld>
            <a:endParaRPr lang="en-US" dirty="0"/>
          </a:p>
        </p:txBody>
      </p:sp>
      <p:sp>
        <p:nvSpPr>
          <p:cNvPr id="15" name="Footer Placeholder 14"/>
          <p:cNvSpPr>
            <a:spLocks noGrp="1"/>
          </p:cNvSpPr>
          <p:nvPr>
            <p:ph type="ftr" sz="quarter" idx="15"/>
          </p:nvPr>
        </p:nvSpPr>
        <p:spPr/>
        <p:txBody>
          <a:bodyPr/>
          <a:lstStyle/>
          <a:p>
            <a:endParaRPr lang="en-US" dirty="0"/>
          </a:p>
        </p:txBody>
      </p:sp>
      <p:sp>
        <p:nvSpPr>
          <p:cNvPr id="16" name="Slide Number Placeholder 15"/>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3" name="Content Placeholder 2"/>
          <p:cNvSpPr>
            <a:spLocks noGrp="1"/>
          </p:cNvSpPr>
          <p:nvPr>
            <p:ph idx="1" hasCustomPrompt="1"/>
          </p:nvPr>
        </p:nvSpPr>
        <p:spPr>
          <a:xfrm>
            <a:off x="952500" y="1181100"/>
            <a:ext cx="4953000" cy="41762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952500" y="5548312"/>
            <a:ext cx="10286999" cy="661988"/>
          </a:xfrm>
          <a:solidFill>
            <a:schemeClr val="accent2"/>
          </a:solidFill>
          <a:ln w="19050">
            <a:noFill/>
          </a:ln>
        </p:spPr>
        <p:txBody>
          <a:bodyPr anchor="ctr">
            <a:noAutofit/>
          </a:bodyPr>
          <a:lstStyle>
            <a:lvl1pPr marL="0" indent="0" algn="ctr">
              <a:buNone/>
              <a:defRPr sz="1800" b="1">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dirty="0"/>
              <a:t>Click to add callout text</a:t>
            </a:r>
          </a:p>
        </p:txBody>
      </p:sp>
      <p:sp>
        <p:nvSpPr>
          <p:cNvPr id="11" name="Content Placeholder 2"/>
          <p:cNvSpPr>
            <a:spLocks noGrp="1"/>
          </p:cNvSpPr>
          <p:nvPr>
            <p:ph idx="13" hasCustomPrompt="1"/>
          </p:nvPr>
        </p:nvSpPr>
        <p:spPr>
          <a:xfrm>
            <a:off x="6286501" y="1181100"/>
            <a:ext cx="4952998" cy="41762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Date Placeholder 17"/>
          <p:cNvSpPr>
            <a:spLocks noGrp="1"/>
          </p:cNvSpPr>
          <p:nvPr>
            <p:ph type="dt" sz="half" idx="15"/>
          </p:nvPr>
        </p:nvSpPr>
        <p:spPr/>
        <p:txBody>
          <a:bodyPr/>
          <a:lstStyle/>
          <a:p>
            <a:fld id="{580F1980-BB30-462A-8444-E0A13D5FE3AD}" type="datetime3">
              <a:rPr lang="en-US" smtClean="0"/>
              <a:t>15 August 2024</a:t>
            </a:fld>
            <a:endParaRPr lang="en-US" dirty="0"/>
          </a:p>
        </p:txBody>
      </p:sp>
      <p:sp>
        <p:nvSpPr>
          <p:cNvPr id="19" name="Footer Placeholder 18"/>
          <p:cNvSpPr>
            <a:spLocks noGrp="1"/>
          </p:cNvSpPr>
          <p:nvPr>
            <p:ph type="ftr" sz="quarter" idx="16"/>
          </p:nvPr>
        </p:nvSpPr>
        <p:spPr/>
        <p:txBody>
          <a:bodyPr/>
          <a:lstStyle/>
          <a:p>
            <a:endParaRPr lang="en-US" dirty="0"/>
          </a:p>
        </p:txBody>
      </p:sp>
      <p:sp>
        <p:nvSpPr>
          <p:cNvPr id="20" name="Slide Number Placeholder 19"/>
          <p:cNvSpPr>
            <a:spLocks noGrp="1"/>
          </p:cNvSpPr>
          <p:nvPr>
            <p:ph type="sldNum" sz="quarter" idx="17"/>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Column,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952500" y="1485900"/>
            <a:ext cx="4953000" cy="38714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hasCustomPrompt="1"/>
          </p:nvPr>
        </p:nvSpPr>
        <p:spPr>
          <a:xfrm>
            <a:off x="952500" y="5548312"/>
            <a:ext cx="10286999" cy="661988"/>
          </a:xfrm>
          <a:solidFill>
            <a:schemeClr val="accent2"/>
          </a:solidFill>
          <a:ln w="19050">
            <a:noFill/>
          </a:ln>
        </p:spPr>
        <p:txBody>
          <a:bodyPr anchor="ctr">
            <a:noAutofit/>
          </a:bodyPr>
          <a:lstStyle>
            <a:lvl1pPr marL="0" indent="0" algn="ctr">
              <a:buNone/>
              <a:defRPr sz="1800" b="1">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stStyle>
          <a:p>
            <a:pPr lvl="0"/>
            <a:r>
              <a:rPr lang="en-US" dirty="0"/>
              <a:t>Click to add callout text</a:t>
            </a:r>
          </a:p>
        </p:txBody>
      </p:sp>
      <p:sp>
        <p:nvSpPr>
          <p:cNvPr id="11" name="Content Placeholder 2"/>
          <p:cNvSpPr>
            <a:spLocks noGrp="1"/>
          </p:cNvSpPr>
          <p:nvPr>
            <p:ph idx="13" hasCustomPrompt="1"/>
          </p:nvPr>
        </p:nvSpPr>
        <p:spPr>
          <a:xfrm>
            <a:off x="6286501" y="1485900"/>
            <a:ext cx="4952998" cy="3871457"/>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hasCustomPrompt="1"/>
          </p:nvPr>
        </p:nvSpPr>
        <p:spPr>
          <a:xfrm>
            <a:off x="457200" y="419100"/>
            <a:ext cx="11277600" cy="342899"/>
          </a:xfrm>
        </p:spPr>
        <p:txBody>
          <a:bodyPr>
            <a:noAutofit/>
          </a:bodyPr>
          <a:lstStyle>
            <a:lvl1pPr>
              <a:defRPr sz="2800"/>
            </a:lvl1pPr>
          </a:lstStyle>
          <a:p>
            <a:r>
              <a:rPr lang="en-US" dirty="0"/>
              <a:t>Click to add title </a:t>
            </a:r>
          </a:p>
        </p:txBody>
      </p:sp>
      <p:sp>
        <p:nvSpPr>
          <p:cNvPr id="12" name="Text Placeholder 8"/>
          <p:cNvSpPr>
            <a:spLocks noGrp="1"/>
          </p:cNvSpPr>
          <p:nvPr>
            <p:ph type="body" sz="quarter" idx="18" hasCustomPrompt="1"/>
          </p:nvPr>
        </p:nvSpPr>
        <p:spPr>
          <a:xfrm>
            <a:off x="457200" y="801380"/>
            <a:ext cx="11277600" cy="379720"/>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6" name="Date Placeholder 15"/>
          <p:cNvSpPr>
            <a:spLocks noGrp="1"/>
          </p:cNvSpPr>
          <p:nvPr>
            <p:ph type="dt" sz="half" idx="19"/>
          </p:nvPr>
        </p:nvSpPr>
        <p:spPr/>
        <p:txBody>
          <a:bodyPr/>
          <a:lstStyle/>
          <a:p>
            <a:fld id="{FAF91DCA-BF81-465E-9F1A-7A79772C474D}" type="datetime3">
              <a:rPr lang="en-US" smtClean="0"/>
              <a:t>15 August 2024</a:t>
            </a:fld>
            <a:endParaRPr lang="en-US" dirty="0"/>
          </a:p>
        </p:txBody>
      </p:sp>
      <p:sp>
        <p:nvSpPr>
          <p:cNvPr id="17" name="Footer Placeholder 16"/>
          <p:cNvSpPr>
            <a:spLocks noGrp="1"/>
          </p:cNvSpPr>
          <p:nvPr>
            <p:ph type="ftr" sz="quarter" idx="20"/>
          </p:nvPr>
        </p:nvSpPr>
        <p:spPr/>
        <p:txBody>
          <a:bodyPr/>
          <a:lstStyle/>
          <a:p>
            <a:endParaRPr lang="en-US" dirty="0"/>
          </a:p>
        </p:txBody>
      </p:sp>
      <p:sp>
        <p:nvSpPr>
          <p:cNvPr id="18" name="Slide Number Placeholder 17"/>
          <p:cNvSpPr>
            <a:spLocks noGrp="1"/>
          </p:cNvSpPr>
          <p:nvPr>
            <p:ph type="sldNum" sz="quarter" idx="21"/>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9" name="Date Placeholder 8"/>
          <p:cNvSpPr>
            <a:spLocks noGrp="1"/>
          </p:cNvSpPr>
          <p:nvPr>
            <p:ph type="dt" sz="half" idx="10"/>
          </p:nvPr>
        </p:nvSpPr>
        <p:spPr/>
        <p:txBody>
          <a:bodyPr/>
          <a:lstStyle/>
          <a:p>
            <a:fld id="{5C5E8A4B-C163-4750-8A07-20C27F1DD650}" type="datetime3">
              <a:rPr lang="en-US" smtClean="0"/>
              <a:t>15 August 2024</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457200" y="419100"/>
            <a:ext cx="11277600" cy="342899"/>
          </a:xfrm>
        </p:spPr>
        <p:txBody>
          <a:bodyPr>
            <a:noAutofit/>
          </a:bodyPr>
          <a:lstStyle>
            <a:lvl1pPr>
              <a:defRPr sz="2800"/>
            </a:lvl1pPr>
          </a:lstStyle>
          <a:p>
            <a:r>
              <a:rPr lang="en-US" dirty="0"/>
              <a:t>Click to add title </a:t>
            </a:r>
          </a:p>
        </p:txBody>
      </p:sp>
      <p:sp>
        <p:nvSpPr>
          <p:cNvPr id="9" name="Text Placeholder 8"/>
          <p:cNvSpPr>
            <a:spLocks noGrp="1"/>
          </p:cNvSpPr>
          <p:nvPr>
            <p:ph type="body" sz="quarter" idx="13" hasCustomPrompt="1"/>
          </p:nvPr>
        </p:nvSpPr>
        <p:spPr>
          <a:xfrm>
            <a:off x="457200" y="801380"/>
            <a:ext cx="11277600" cy="379720"/>
          </a:xfrm>
        </p:spPr>
        <p:txBody>
          <a:bodyPr>
            <a:normAutofit/>
          </a:bodyPr>
          <a:lstStyle>
            <a:lvl1pPr marL="0" indent="0">
              <a:buNone/>
              <a:defRPr sz="2000" baseline="0">
                <a:solidFill>
                  <a:schemeClr val="tx2">
                    <a:lumMod val="60000"/>
                    <a:lumOff val="40000"/>
                  </a:schemeClr>
                </a:solidFill>
              </a:defRPr>
            </a:lvl1pPr>
          </a:lstStyle>
          <a:p>
            <a:r>
              <a:rPr lang="en-US" sz="2000" b="0" dirty="0"/>
              <a:t>Click to add subtitle</a:t>
            </a:r>
            <a:endParaRPr lang="en-US" sz="1600" b="0" dirty="0"/>
          </a:p>
        </p:txBody>
      </p:sp>
      <p:sp>
        <p:nvSpPr>
          <p:cNvPr id="10" name="Date Placeholder 9"/>
          <p:cNvSpPr>
            <a:spLocks noGrp="1"/>
          </p:cNvSpPr>
          <p:nvPr>
            <p:ph type="dt" sz="half" idx="14"/>
          </p:nvPr>
        </p:nvSpPr>
        <p:spPr/>
        <p:txBody>
          <a:bodyPr/>
          <a:lstStyle/>
          <a:p>
            <a:fld id="{CF999DA4-C7B3-416B-B64C-11D36F7936CF}" type="datetime3">
              <a:rPr lang="en-US" smtClean="0"/>
              <a:t>15 August 2024</a:t>
            </a:fld>
            <a:endParaRPr lang="en-US" dirty="0"/>
          </a:p>
        </p:txBody>
      </p:sp>
      <p:sp>
        <p:nvSpPr>
          <p:cNvPr id="11" name="Footer Placeholder 10"/>
          <p:cNvSpPr>
            <a:spLocks noGrp="1"/>
          </p:cNvSpPr>
          <p:nvPr>
            <p:ph type="ftr" sz="quarter" idx="15"/>
          </p:nvPr>
        </p:nvSpPr>
        <p:spPr/>
        <p:txBody>
          <a:bodyPr/>
          <a:lstStyle/>
          <a:p>
            <a:endParaRPr lang="en-US" dirty="0"/>
          </a:p>
        </p:txBody>
      </p:sp>
      <p:sp>
        <p:nvSpPr>
          <p:cNvPr id="12" name="Slide Number Placeholder 11"/>
          <p:cNvSpPr>
            <a:spLocks noGrp="1"/>
          </p:cNvSpPr>
          <p:nvPr>
            <p:ph type="sldNum" sz="quarter" idx="16"/>
          </p:nvPr>
        </p:nvSpPr>
        <p:spPr/>
        <p:txBody>
          <a:bodyPr/>
          <a:lstStyle/>
          <a:p>
            <a:fld id="{4EBCDCBD-78E1-0D41-A999-31B5EBF8E02C}"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1 Dark">
    <p:spTree>
      <p:nvGrpSpPr>
        <p:cNvPr id="1" name=""/>
        <p:cNvGrpSpPr/>
        <p:nvPr/>
      </p:nvGrpSpPr>
      <p:grpSpPr>
        <a:xfrm>
          <a:off x="0" y="0"/>
          <a:ext cx="0" cy="0"/>
          <a:chOff x="0" y="0"/>
          <a:chExt cx="0" cy="0"/>
        </a:xfrm>
      </p:grpSpPr>
      <p:sp>
        <p:nvSpPr>
          <p:cNvPr id="17" name="Date Placeholder 16"/>
          <p:cNvSpPr>
            <a:spLocks noGrp="1"/>
          </p:cNvSpPr>
          <p:nvPr>
            <p:ph type="dt" sz="half" idx="14"/>
          </p:nvPr>
        </p:nvSpPr>
        <p:spPr/>
        <p:txBody>
          <a:bodyPr/>
          <a:lstStyle/>
          <a:p>
            <a:fld id="{03AE6764-091D-4B77-8756-B5D91EEABF5A}" type="datetime3">
              <a:rPr lang="en-US" smtClean="0"/>
              <a:t>15 August 2024</a:t>
            </a:fld>
            <a:endParaRPr lang="en-US" dirty="0"/>
          </a:p>
        </p:txBody>
      </p:sp>
      <p:sp>
        <p:nvSpPr>
          <p:cNvPr id="18" name="Footer Placeholder 17"/>
          <p:cNvSpPr>
            <a:spLocks noGrp="1"/>
          </p:cNvSpPr>
          <p:nvPr>
            <p:ph type="ftr" sz="quarter" idx="15"/>
          </p:nvPr>
        </p:nvSpPr>
        <p:spPr/>
        <p:txBody>
          <a:bodyPr/>
          <a:lstStyle/>
          <a:p>
            <a:endParaRPr lang="en-US" dirty="0"/>
          </a:p>
        </p:txBody>
      </p:sp>
      <p:sp>
        <p:nvSpPr>
          <p:cNvPr id="19" name="Slide Number Placeholder 18"/>
          <p:cNvSpPr>
            <a:spLocks noGrp="1"/>
          </p:cNvSpPr>
          <p:nvPr>
            <p:ph type="sldNum" sz="quarter" idx="16"/>
          </p:nvPr>
        </p:nvSpPr>
        <p:spPr/>
        <p:txBody>
          <a:bodyPr/>
          <a:lstStyle/>
          <a:p>
            <a:fld id="{4EBCDCBD-78E1-0D41-A999-31B5EBF8E02C}" type="slidenum">
              <a:rPr lang="en-US" smtClean="0"/>
              <a:pPr/>
              <a:t>‹#›</a:t>
            </a:fld>
            <a:endParaRPr lang="en-US" dirty="0"/>
          </a:p>
        </p:txBody>
      </p:sp>
      <p:pic>
        <p:nvPicPr>
          <p:cNvPr id="13" name="Picture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374" y="0"/>
            <a:ext cx="12189624" cy="6856664"/>
          </a:xfrm>
          <a:prstGeom prst="rect">
            <a:avLst/>
          </a:prstGeom>
          <a:ln>
            <a:noFill/>
          </a:ln>
        </p:spPr>
      </p:pic>
      <p:sp>
        <p:nvSpPr>
          <p:cNvPr id="10" name="Rectangle 9"/>
          <p:cNvSpPr/>
          <p:nvPr/>
        </p:nvSpPr>
        <p:spPr>
          <a:xfrm>
            <a:off x="0" y="4358640"/>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685800" y="2324100"/>
            <a:ext cx="9144000" cy="1572399"/>
          </a:xfrm>
        </p:spPr>
        <p:txBody>
          <a:bodyPr anchor="b">
            <a:normAutofit/>
          </a:bodyPr>
          <a:lstStyle>
            <a:lvl1pPr algn="l">
              <a:defRPr sz="4000">
                <a:solidFill>
                  <a:schemeClr val="bg1"/>
                </a:solidFill>
              </a:defRPr>
            </a:lvl1pPr>
          </a:lstStyle>
          <a:p>
            <a:r>
              <a:rPr lang="en-US" dirty="0"/>
              <a:t>Click to add title</a:t>
            </a:r>
          </a:p>
        </p:txBody>
      </p:sp>
      <p:sp>
        <p:nvSpPr>
          <p:cNvPr id="3" name="Subtitle 2"/>
          <p:cNvSpPr>
            <a:spLocks noGrp="1"/>
          </p:cNvSpPr>
          <p:nvPr>
            <p:ph type="subTitle" idx="1" hasCustomPrompt="1"/>
          </p:nvPr>
        </p:nvSpPr>
        <p:spPr>
          <a:xfrm>
            <a:off x="685800" y="4038600"/>
            <a:ext cx="9144000" cy="837532"/>
          </a:xfrm>
        </p:spPr>
        <p:txBody>
          <a:bodyPr lIns="0" tIns="0" rIns="0" bIns="0"/>
          <a:lstStyle>
            <a:lvl1pPr marL="0" indent="0" algn="l">
              <a:buNone/>
              <a:defRPr sz="2400" b="1">
                <a:solidFill>
                  <a:schemeClr val="accent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 </a:t>
            </a:r>
          </a:p>
        </p:txBody>
      </p:sp>
      <p:sp>
        <p:nvSpPr>
          <p:cNvPr id="12" name="Text Placeholder 11"/>
          <p:cNvSpPr>
            <a:spLocks noGrp="1"/>
          </p:cNvSpPr>
          <p:nvPr>
            <p:ph type="body" sz="quarter" idx="13" hasCustomPrompt="1"/>
          </p:nvPr>
        </p:nvSpPr>
        <p:spPr>
          <a:xfrm>
            <a:off x="685800" y="4876800"/>
            <a:ext cx="5410200" cy="1333500"/>
          </a:xfrm>
        </p:spPr>
        <p:txBody>
          <a:bodyPr lIns="0" tIns="0" rIns="0" bIns="0">
            <a:normAutofit/>
          </a:bodyPr>
          <a:lstStyle>
            <a:lvl1pPr marL="0" indent="0">
              <a:lnSpc>
                <a:spcPct val="100000"/>
              </a:lnSpc>
              <a:spcBef>
                <a:spcPts val="0"/>
              </a:spcBef>
              <a:buNone/>
              <a:defRPr sz="1400">
                <a:solidFill>
                  <a:schemeClr val="accent2">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7009" y="95382"/>
            <a:ext cx="3178301" cy="1309907"/>
          </a:xfrm>
          <a:prstGeom prst="rect">
            <a:avLst/>
          </a:prstGeom>
        </p:spPr>
      </p:pic>
    </p:spTree>
  </p:cSld>
  <p:clrMapOvr>
    <a:masterClrMapping/>
  </p:clrMapOvr>
  <p:extLst>
    <p:ext uri="{DCECCB84-F9BA-43D5-87BE-67443E8EF086}">
      <p15:sldGuideLst xmlns:p15="http://schemas.microsoft.com/office/powerpoint/2012/main">
        <p15:guide id="2" pos="43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5 Dark">
    <p:bg>
      <p:bgPr>
        <a:solidFill>
          <a:schemeClr val="accent1"/>
        </a:solidFill>
        <a:effectLst/>
      </p:bgPr>
    </p:bg>
    <p:spTree>
      <p:nvGrpSpPr>
        <p:cNvPr id="1" name=""/>
        <p:cNvGrpSpPr/>
        <p:nvPr/>
      </p:nvGrpSpPr>
      <p:grpSpPr>
        <a:xfrm>
          <a:off x="0" y="0"/>
          <a:ext cx="0" cy="0"/>
          <a:chOff x="0" y="0"/>
          <a:chExt cx="0" cy="0"/>
        </a:xfrm>
      </p:grpSpPr>
      <p:sp>
        <p:nvSpPr>
          <p:cNvPr id="19" name="Date Placeholder 18"/>
          <p:cNvSpPr>
            <a:spLocks noGrp="1"/>
          </p:cNvSpPr>
          <p:nvPr>
            <p:ph type="dt" sz="half" idx="15"/>
          </p:nvPr>
        </p:nvSpPr>
        <p:spPr/>
        <p:txBody>
          <a:bodyPr/>
          <a:lstStyle/>
          <a:p>
            <a:fld id="{4D2E7C0A-B003-47BB-897B-0979338FF81B}" type="datetime3">
              <a:rPr lang="en-US" smtClean="0"/>
              <a:t>15 August 2024</a:t>
            </a:fld>
            <a:endParaRPr lang="en-US" dirty="0"/>
          </a:p>
        </p:txBody>
      </p:sp>
      <p:sp>
        <p:nvSpPr>
          <p:cNvPr id="22" name="Footer Placeholder 21"/>
          <p:cNvSpPr>
            <a:spLocks noGrp="1"/>
          </p:cNvSpPr>
          <p:nvPr>
            <p:ph type="ftr" sz="quarter" idx="16"/>
          </p:nvPr>
        </p:nvSpPr>
        <p:spPr/>
        <p:txBody>
          <a:bodyPr/>
          <a:lstStyle/>
          <a:p>
            <a:endParaRPr lang="en-US" dirty="0"/>
          </a:p>
        </p:txBody>
      </p:sp>
      <p:sp>
        <p:nvSpPr>
          <p:cNvPr id="23" name="Slide Number Placeholder 22"/>
          <p:cNvSpPr>
            <a:spLocks noGrp="1"/>
          </p:cNvSpPr>
          <p:nvPr>
            <p:ph type="sldNum" sz="quarter" idx="17"/>
          </p:nvPr>
        </p:nvSpPr>
        <p:spPr/>
        <p:txBody>
          <a:bodyPr/>
          <a:lstStyle/>
          <a:p>
            <a:fld id="{4EBCDCBD-78E1-0D41-A999-31B5EBF8E02C}" type="slidenum">
              <a:rPr lang="en-US" smtClean="0"/>
              <a:pPr/>
              <a:t>‹#›</a:t>
            </a:fld>
            <a:endParaRPr lang="en-US" dirty="0"/>
          </a:p>
        </p:txBody>
      </p:sp>
      <p:pic>
        <p:nvPicPr>
          <p:cNvPr id="21" name="Picture 2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667"/>
            <a:ext cx="12189624" cy="6856664"/>
          </a:xfrm>
          <a:prstGeom prst="rect">
            <a:avLst/>
          </a:prstGeom>
        </p:spPr>
      </p:pic>
      <p:sp>
        <p:nvSpPr>
          <p:cNvPr id="13" name="Rectangle 12"/>
          <p:cNvSpPr/>
          <p:nvPr/>
        </p:nvSpPr>
        <p:spPr>
          <a:xfrm>
            <a:off x="0" y="4361627"/>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hasCustomPrompt="1"/>
          </p:nvPr>
        </p:nvSpPr>
        <p:spPr>
          <a:xfrm>
            <a:off x="4191000" y="1028700"/>
            <a:ext cx="6819900" cy="1482245"/>
          </a:xfrm>
        </p:spPr>
        <p:txBody>
          <a:bodyPr anchor="t">
            <a:normAutofit/>
          </a:bodyPr>
          <a:lstStyle>
            <a:lvl1pPr algn="l">
              <a:defRPr sz="3200" baseline="0">
                <a:solidFill>
                  <a:schemeClr val="bg1"/>
                </a:solidFill>
              </a:defRPr>
            </a:lvl1pPr>
          </a:lstStyle>
          <a:p>
            <a:r>
              <a:rPr lang="en-US" dirty="0"/>
              <a:t>Click to add title </a:t>
            </a:r>
            <a:br>
              <a:rPr lang="en-US" dirty="0"/>
            </a:br>
            <a:r>
              <a:rPr lang="en-US" dirty="0"/>
              <a:t>(recommended for titles that </a:t>
            </a:r>
            <a:br>
              <a:rPr lang="en-US" dirty="0"/>
            </a:br>
            <a:r>
              <a:rPr lang="en-US" dirty="0"/>
              <a:t>are 2-3 lines long)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38" y="532082"/>
            <a:ext cx="3271029" cy="2139696"/>
          </a:xfrm>
          <a:prstGeom prst="rect">
            <a:avLst/>
          </a:prstGeom>
        </p:spPr>
      </p:pic>
      <p:cxnSp>
        <p:nvCxnSpPr>
          <p:cNvPr id="8" name="Straight Connector 7"/>
          <p:cNvCxnSpPr/>
          <p:nvPr/>
        </p:nvCxnSpPr>
        <p:spPr>
          <a:xfrm>
            <a:off x="4191000" y="3855309"/>
            <a:ext cx="68199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4" hasCustomPrompt="1"/>
          </p:nvPr>
        </p:nvSpPr>
        <p:spPr>
          <a:xfrm>
            <a:off x="4191000" y="3976706"/>
            <a:ext cx="6819900" cy="2233594"/>
          </a:xfrm>
        </p:spPr>
        <p:txBody>
          <a:bodyPr lIns="0" tIns="0" rIns="0" bIns="0">
            <a:normAutofit/>
          </a:bodyPr>
          <a:lstStyle>
            <a:lvl1pPr marL="0" indent="0">
              <a:spcBef>
                <a:spcPts val="200"/>
              </a:spcBef>
              <a:buNone/>
              <a:defRPr sz="10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r>
              <a:rPr lang="en-US" dirty="0">
                <a:effectLst/>
                <a:latin typeface="Helvetica" charset="0"/>
              </a:rPr>
              <a:t>Click to add classification text</a:t>
            </a:r>
          </a:p>
        </p:txBody>
      </p:sp>
      <p:cxnSp>
        <p:nvCxnSpPr>
          <p:cNvPr id="20" name="Straight Connector 19"/>
          <p:cNvCxnSpPr/>
          <p:nvPr/>
        </p:nvCxnSpPr>
        <p:spPr>
          <a:xfrm>
            <a:off x="4191000" y="3855309"/>
            <a:ext cx="6819900"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userDrawn="1"/>
        </p:nvCxnSpPr>
        <p:spPr>
          <a:xfrm>
            <a:off x="4191000" y="3855309"/>
            <a:ext cx="6819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Subtitle 2"/>
          <p:cNvSpPr>
            <a:spLocks noGrp="1"/>
          </p:cNvSpPr>
          <p:nvPr>
            <p:ph type="subTitle" idx="1" hasCustomPrompt="1"/>
          </p:nvPr>
        </p:nvSpPr>
        <p:spPr>
          <a:xfrm>
            <a:off x="4191001" y="2514600"/>
            <a:ext cx="6819900" cy="342899"/>
          </a:xfrm>
        </p:spPr>
        <p:txBody>
          <a:bodyPr lIns="0" tIns="0" rIns="0" bIns="0">
            <a:normAutofit/>
          </a:bodyPr>
          <a:lstStyle>
            <a:lvl1pPr marL="0" indent="0" algn="l">
              <a:buNone/>
              <a:defRPr sz="1600" b="1">
                <a:solidFill>
                  <a:schemeClr val="accent2">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7" name="Text Placeholder 11"/>
          <p:cNvSpPr>
            <a:spLocks noGrp="1"/>
          </p:cNvSpPr>
          <p:nvPr>
            <p:ph type="body" sz="quarter" idx="13" hasCustomPrompt="1"/>
          </p:nvPr>
        </p:nvSpPr>
        <p:spPr>
          <a:xfrm>
            <a:off x="4191000" y="2860102"/>
            <a:ext cx="6819900" cy="790832"/>
          </a:xfrm>
        </p:spPr>
        <p:txBody>
          <a:bodyPr lIns="0" tIns="0" rIns="0" bIns="0">
            <a:normAutofit/>
          </a:bodyPr>
          <a:lstStyle>
            <a:lvl1pPr marL="0" indent="0">
              <a:spcBef>
                <a:spcPts val="0"/>
              </a:spcBef>
              <a:buNone/>
              <a:defRPr sz="1200">
                <a:solidFill>
                  <a:schemeClr val="accent2">
                    <a:lumMod val="60000"/>
                    <a:lumOff val="4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sp>
        <p:nvSpPr>
          <p:cNvPr id="24" name="TextBox 23"/>
          <p:cNvSpPr txBox="1"/>
          <p:nvPr userDrawn="1"/>
        </p:nvSpPr>
        <p:spPr>
          <a:xfrm>
            <a:off x="1082518" y="2541694"/>
            <a:ext cx="2210142" cy="497572"/>
          </a:xfrm>
          <a:prstGeom prst="rect">
            <a:avLst/>
          </a:prstGeom>
          <a:noFill/>
          <a:ln w="19050">
            <a:noFill/>
          </a:ln>
        </p:spPr>
        <p:txBody>
          <a:bodyPr wrap="square" rtlCol="0">
            <a:spAutoFit/>
          </a:bodyPr>
          <a:lstStyle/>
          <a:p>
            <a:pPr marL="0" marR="0" indent="0" algn="ctr" defTabSz="914400" rtl="0" eaLnBrk="1" fontAlgn="auto" latinLnBrk="0" hangingPunct="1">
              <a:lnSpc>
                <a:spcPts val="1600"/>
              </a:lnSpc>
              <a:spcBef>
                <a:spcPts val="0"/>
              </a:spcBef>
              <a:spcAft>
                <a:spcPts val="0"/>
              </a:spcAft>
              <a:buClrTx/>
              <a:buSzTx/>
              <a:buFontTx/>
              <a:buNone/>
              <a:tabLst/>
              <a:defRPr/>
            </a:pPr>
            <a:r>
              <a:rPr lang="en-US" sz="1200" dirty="0">
                <a:solidFill>
                  <a:schemeClr val="bg1"/>
                </a:solidFill>
                <a:latin typeface="+mn-lt"/>
                <a:ea typeface="Myriad Pro" charset="0"/>
                <a:cs typeface="Myriad Pro" charset="0"/>
              </a:rPr>
              <a:t>11100 Johns Hopkins Road </a:t>
            </a:r>
            <a:br>
              <a:rPr lang="en-US" sz="1200" dirty="0">
                <a:solidFill>
                  <a:schemeClr val="bg1"/>
                </a:solidFill>
                <a:latin typeface="+mn-lt"/>
                <a:ea typeface="Myriad Pro" charset="0"/>
                <a:cs typeface="Myriad Pro" charset="0"/>
              </a:rPr>
            </a:br>
            <a:r>
              <a:rPr lang="en-US" sz="1200" dirty="0">
                <a:solidFill>
                  <a:schemeClr val="bg1"/>
                </a:solidFill>
                <a:latin typeface="+mn-lt"/>
                <a:ea typeface="Myriad Pro" charset="0"/>
                <a:cs typeface="Myriad Pro" charset="0"/>
              </a:rPr>
              <a:t>Laurel, MD 20723-6099</a:t>
            </a:r>
          </a:p>
        </p:txBody>
      </p:sp>
      <p:cxnSp>
        <p:nvCxnSpPr>
          <p:cNvPr id="25" name="Straight Connector 24"/>
          <p:cNvCxnSpPr/>
          <p:nvPr userDrawn="1"/>
        </p:nvCxnSpPr>
        <p:spPr>
          <a:xfrm>
            <a:off x="1082518" y="2387995"/>
            <a:ext cx="221014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15:guide id="5" pos="69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5 Light">
    <p:spTree>
      <p:nvGrpSpPr>
        <p:cNvPr id="1" name=""/>
        <p:cNvGrpSpPr/>
        <p:nvPr/>
      </p:nvGrpSpPr>
      <p:grpSpPr>
        <a:xfrm>
          <a:off x="0" y="0"/>
          <a:ext cx="0" cy="0"/>
          <a:chOff x="0" y="0"/>
          <a:chExt cx="0" cy="0"/>
        </a:xfrm>
      </p:grpSpPr>
      <p:sp>
        <p:nvSpPr>
          <p:cNvPr id="18" name="Date Placeholder 17"/>
          <p:cNvSpPr>
            <a:spLocks noGrp="1"/>
          </p:cNvSpPr>
          <p:nvPr>
            <p:ph type="dt" sz="half" idx="15"/>
          </p:nvPr>
        </p:nvSpPr>
        <p:spPr/>
        <p:txBody>
          <a:bodyPr/>
          <a:lstStyle/>
          <a:p>
            <a:fld id="{36124C0E-DA41-468A-ABB3-2DB9ABAF6F00}" type="datetime3">
              <a:rPr lang="en-US" smtClean="0"/>
              <a:t>15 August 2024</a:t>
            </a:fld>
            <a:endParaRPr lang="en-US" dirty="0"/>
          </a:p>
        </p:txBody>
      </p:sp>
      <p:sp>
        <p:nvSpPr>
          <p:cNvPr id="19" name="Footer Placeholder 18"/>
          <p:cNvSpPr>
            <a:spLocks noGrp="1"/>
          </p:cNvSpPr>
          <p:nvPr>
            <p:ph type="ftr" sz="quarter" idx="16"/>
          </p:nvPr>
        </p:nvSpPr>
        <p:spPr/>
        <p:txBody>
          <a:bodyPr/>
          <a:lstStyle/>
          <a:p>
            <a:endParaRPr lang="en-US" dirty="0"/>
          </a:p>
        </p:txBody>
      </p:sp>
      <p:sp>
        <p:nvSpPr>
          <p:cNvPr id="20" name="Slide Number Placeholder 19"/>
          <p:cNvSpPr>
            <a:spLocks noGrp="1"/>
          </p:cNvSpPr>
          <p:nvPr>
            <p:ph type="sldNum" sz="quarter" idx="17"/>
          </p:nvPr>
        </p:nvSpPr>
        <p:spPr/>
        <p:txBody>
          <a:bodyPr/>
          <a:lstStyle/>
          <a:p>
            <a:fld id="{4EBCDCBD-78E1-0D41-A999-31B5EBF8E02C}" type="slidenum">
              <a:rPr lang="en-US" smtClean="0"/>
              <a:pPr/>
              <a:t>‹#›</a:t>
            </a:fld>
            <a:endParaRPr lang="en-US" dirty="0"/>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 y="667"/>
            <a:ext cx="12189624" cy="6856664"/>
          </a:xfrm>
          <a:prstGeom prst="rect">
            <a:avLst/>
          </a:prstGeom>
        </p:spPr>
      </p:pic>
      <p:sp>
        <p:nvSpPr>
          <p:cNvPr id="2" name="Title 1"/>
          <p:cNvSpPr>
            <a:spLocks noGrp="1"/>
          </p:cNvSpPr>
          <p:nvPr>
            <p:ph type="ctrTitle" hasCustomPrompt="1"/>
          </p:nvPr>
        </p:nvSpPr>
        <p:spPr>
          <a:xfrm>
            <a:off x="4191000" y="1028700"/>
            <a:ext cx="6819900" cy="1485900"/>
          </a:xfrm>
        </p:spPr>
        <p:txBody>
          <a:bodyPr anchor="t">
            <a:normAutofit/>
          </a:bodyPr>
          <a:lstStyle>
            <a:lvl1pPr algn="l">
              <a:defRPr sz="3200"/>
            </a:lvl1pPr>
          </a:lstStyle>
          <a:p>
            <a:r>
              <a:rPr lang="en-US" dirty="0"/>
              <a:t>Click to add title</a:t>
            </a:r>
            <a:br>
              <a:rPr lang="en-US" dirty="0"/>
            </a:br>
            <a:r>
              <a:rPr lang="en-US" dirty="0"/>
              <a:t>(recommended for titles that </a:t>
            </a:r>
            <a:br>
              <a:rPr lang="en-US" dirty="0"/>
            </a:br>
            <a:r>
              <a:rPr lang="en-US" dirty="0"/>
              <a:t>are 2-3 lines long)</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338" y="532082"/>
            <a:ext cx="3271029" cy="2139696"/>
          </a:xfrm>
          <a:prstGeom prst="rect">
            <a:avLst/>
          </a:prstGeom>
        </p:spPr>
      </p:pic>
      <p:cxnSp>
        <p:nvCxnSpPr>
          <p:cNvPr id="8" name="Straight Connector 7"/>
          <p:cNvCxnSpPr/>
          <p:nvPr/>
        </p:nvCxnSpPr>
        <p:spPr>
          <a:xfrm>
            <a:off x="4191000" y="3855309"/>
            <a:ext cx="68199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 Placeholder 11"/>
          <p:cNvSpPr>
            <a:spLocks noGrp="1"/>
          </p:cNvSpPr>
          <p:nvPr>
            <p:ph type="body" sz="quarter" idx="14" hasCustomPrompt="1"/>
          </p:nvPr>
        </p:nvSpPr>
        <p:spPr>
          <a:xfrm>
            <a:off x="4191000" y="3976706"/>
            <a:ext cx="6819900" cy="2233594"/>
          </a:xfrm>
        </p:spPr>
        <p:txBody>
          <a:bodyPr lIns="0" tIns="0" rIns="0" bIns="0">
            <a:normAutofit/>
          </a:bodyPr>
          <a:lstStyle>
            <a:lvl1pPr marL="0" indent="0">
              <a:spcBef>
                <a:spcPts val="200"/>
              </a:spcBef>
              <a:buNone/>
              <a:defRPr lang="en-US" sz="1000" smtClean="0">
                <a:solidFill>
                  <a:schemeClr val="accent1"/>
                </a:solidFill>
                <a:effectLst/>
              </a:defRPr>
            </a:lvl1pPr>
            <a:lvl2pPr marL="457200" indent="0">
              <a:buNone/>
              <a:defRPr/>
            </a:lvl2pPr>
            <a:lvl3pPr marL="914400" indent="0">
              <a:buNone/>
              <a:defRPr/>
            </a:lvl3pPr>
            <a:lvl4pPr marL="1371600" indent="0">
              <a:buNone/>
              <a:defRPr/>
            </a:lvl4pPr>
            <a:lvl5pPr marL="1828800" indent="0">
              <a:buNone/>
              <a:defRPr/>
            </a:lvl5pPr>
          </a:lstStyle>
          <a:p>
            <a:r>
              <a:rPr lang="en-US" dirty="0">
                <a:effectLst/>
                <a:latin typeface="Helvetica" charset="0"/>
              </a:rPr>
              <a:t>Click to add classification text</a:t>
            </a:r>
          </a:p>
        </p:txBody>
      </p:sp>
      <p:sp>
        <p:nvSpPr>
          <p:cNvPr id="9" name="Subtitle 2"/>
          <p:cNvSpPr>
            <a:spLocks noGrp="1"/>
          </p:cNvSpPr>
          <p:nvPr>
            <p:ph type="subTitle" idx="1" hasCustomPrompt="1"/>
          </p:nvPr>
        </p:nvSpPr>
        <p:spPr>
          <a:xfrm>
            <a:off x="4191001" y="2514601"/>
            <a:ext cx="6819900" cy="354954"/>
          </a:xfrm>
        </p:spPr>
        <p:txBody>
          <a:bodyPr lIns="0" tIns="0" rIns="0" bIns="0">
            <a:normAutofit/>
          </a:bodyPr>
          <a:lstStyle>
            <a:lvl1pPr marL="0" indent="0" algn="l">
              <a:buNone/>
              <a:defRPr sz="1600" b="1" baseline="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Text Placeholder 11"/>
          <p:cNvSpPr>
            <a:spLocks noGrp="1"/>
          </p:cNvSpPr>
          <p:nvPr>
            <p:ph type="body" sz="quarter" idx="13" hasCustomPrompt="1"/>
          </p:nvPr>
        </p:nvSpPr>
        <p:spPr>
          <a:xfrm>
            <a:off x="4191000" y="2869555"/>
            <a:ext cx="6819900" cy="790832"/>
          </a:xfrm>
        </p:spPr>
        <p:txBody>
          <a:bodyPr lIns="0" tIns="0" rIns="0" bIns="0">
            <a:normAutofit/>
          </a:bodyPr>
          <a:lstStyle>
            <a:lvl1pPr marL="0" indent="0">
              <a:spcBef>
                <a:spcPts val="0"/>
              </a:spcBef>
              <a:buNone/>
              <a:defRPr sz="1200">
                <a:solidFill>
                  <a:schemeClr val="accent2"/>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Name</a:t>
            </a:r>
            <a:br>
              <a:rPr lang="en-US" dirty="0"/>
            </a:br>
            <a:r>
              <a:rPr lang="en-US" dirty="0"/>
              <a:t>Title</a:t>
            </a:r>
            <a:br>
              <a:rPr lang="en-US" dirty="0"/>
            </a:br>
            <a:r>
              <a:rPr lang="en-US" dirty="0"/>
              <a:t>Contact information</a:t>
            </a:r>
          </a:p>
        </p:txBody>
      </p:sp>
      <p:sp>
        <p:nvSpPr>
          <p:cNvPr id="12" name="TextBox 11"/>
          <p:cNvSpPr txBox="1"/>
          <p:nvPr userDrawn="1"/>
        </p:nvSpPr>
        <p:spPr>
          <a:xfrm>
            <a:off x="1082518" y="2541694"/>
            <a:ext cx="2210142" cy="497572"/>
          </a:xfrm>
          <a:prstGeom prst="rect">
            <a:avLst/>
          </a:prstGeom>
          <a:noFill/>
          <a:ln w="19050">
            <a:noFill/>
          </a:ln>
        </p:spPr>
        <p:txBody>
          <a:bodyPr wrap="square" rtlCol="0">
            <a:spAutoFit/>
          </a:bodyPr>
          <a:lstStyle/>
          <a:p>
            <a:pPr marL="0" marR="0" indent="0" algn="ctr" defTabSz="914400" rtl="0" eaLnBrk="1" fontAlgn="auto" latinLnBrk="0" hangingPunct="1">
              <a:lnSpc>
                <a:spcPts val="1600"/>
              </a:lnSpc>
              <a:spcBef>
                <a:spcPts val="0"/>
              </a:spcBef>
              <a:spcAft>
                <a:spcPts val="0"/>
              </a:spcAft>
              <a:buClrTx/>
              <a:buSzTx/>
              <a:buFontTx/>
              <a:buNone/>
              <a:tabLst/>
              <a:defRPr/>
            </a:pPr>
            <a:r>
              <a:rPr lang="en-US" sz="1200" dirty="0">
                <a:solidFill>
                  <a:schemeClr val="accent1"/>
                </a:solidFill>
                <a:latin typeface="+mn-lt"/>
                <a:ea typeface="Myriad Pro" charset="0"/>
                <a:cs typeface="Myriad Pro" charset="0"/>
              </a:rPr>
              <a:t>11100 Johns Hopkins Road </a:t>
            </a:r>
            <a:br>
              <a:rPr lang="en-US" sz="1200" dirty="0">
                <a:solidFill>
                  <a:schemeClr val="accent1"/>
                </a:solidFill>
                <a:latin typeface="+mn-lt"/>
                <a:ea typeface="Myriad Pro" charset="0"/>
                <a:cs typeface="Myriad Pro" charset="0"/>
              </a:rPr>
            </a:br>
            <a:r>
              <a:rPr lang="en-US" sz="1200" dirty="0">
                <a:solidFill>
                  <a:schemeClr val="accent1"/>
                </a:solidFill>
                <a:latin typeface="+mn-lt"/>
                <a:ea typeface="Myriad Pro" charset="0"/>
                <a:cs typeface="Myriad Pro" charset="0"/>
              </a:rPr>
              <a:t>Laurel, MD 20723-6099</a:t>
            </a:r>
          </a:p>
        </p:txBody>
      </p:sp>
      <p:cxnSp>
        <p:nvCxnSpPr>
          <p:cNvPr id="13" name="Straight Connector 12"/>
          <p:cNvCxnSpPr/>
          <p:nvPr userDrawn="1"/>
        </p:nvCxnSpPr>
        <p:spPr>
          <a:xfrm>
            <a:off x="1082518" y="2387995"/>
            <a:ext cx="2210142" cy="0"/>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extLst>
    <p:ext uri="{DCECCB84-F9BA-43D5-87BE-67443E8EF086}">
      <p15:sldGuideLst xmlns:p15="http://schemas.microsoft.com/office/powerpoint/2012/main">
        <p15:guide id="25" pos="69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End Dark">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fld id="{6A52BCFE-D255-4C4B-BA1D-51B94D9D938B}" type="datetime3">
              <a:rPr lang="en-US" smtClean="0"/>
              <a:t>15 August 2024</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4" name="Slide Number Placeholder 13"/>
          <p:cNvSpPr>
            <a:spLocks noGrp="1"/>
          </p:cNvSpPr>
          <p:nvPr>
            <p:ph type="sldNum" sz="quarter" idx="12"/>
          </p:nvPr>
        </p:nvSpPr>
        <p:spPr/>
        <p:txBody>
          <a:bodyPr/>
          <a:lstStyle/>
          <a:p>
            <a:fld id="{4EBCDCBD-78E1-0D41-A999-31B5EBF8E02C}" type="slidenum">
              <a:rPr lang="en-US" smtClean="0"/>
              <a:pPr/>
              <a:t>‹#›</a:t>
            </a:fld>
            <a:endParaRPr lang="en-US" dirty="0"/>
          </a:p>
        </p:txBody>
      </p:sp>
      <p:sp>
        <p:nvSpPr>
          <p:cNvPr id="8" name="Rectangle 7"/>
          <p:cNvSpPr/>
          <p:nvPr/>
        </p:nvSpPr>
        <p:spPr>
          <a:xfrm>
            <a:off x="0" y="6291470"/>
            <a:ext cx="12192000" cy="566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 y="667"/>
            <a:ext cx="12189624" cy="6856664"/>
          </a:xfrm>
          <a:prstGeom prst="rect">
            <a:avLst/>
          </a:prstGeom>
        </p:spPr>
      </p:pic>
      <p:sp>
        <p:nvSpPr>
          <p:cNvPr id="13" name="Rectangle 12"/>
          <p:cNvSpPr/>
          <p:nvPr userDrawn="1"/>
        </p:nvSpPr>
        <p:spPr>
          <a:xfrm>
            <a:off x="-1" y="4358640"/>
            <a:ext cx="12192000" cy="2499360"/>
          </a:xfrm>
          <a:prstGeom prst="rect">
            <a:avLst/>
          </a:prstGeom>
          <a:gradFill>
            <a:gsLst>
              <a:gs pos="0">
                <a:schemeClr val="accent1">
                  <a:lumMod val="50000"/>
                  <a:alpha val="0"/>
                </a:schemeClr>
              </a:gs>
              <a:gs pos="100000">
                <a:schemeClr val="accent1">
                  <a:lumMod val="50000"/>
                  <a:alpha val="2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End Light">
    <p:spTree>
      <p:nvGrpSpPr>
        <p:cNvPr id="1" name=""/>
        <p:cNvGrpSpPr/>
        <p:nvPr/>
      </p:nvGrpSpPr>
      <p:grpSpPr>
        <a:xfrm>
          <a:off x="0" y="0"/>
          <a:ext cx="0" cy="0"/>
          <a:chOff x="0" y="0"/>
          <a:chExt cx="0" cy="0"/>
        </a:xfrm>
      </p:grpSpPr>
      <p:sp>
        <p:nvSpPr>
          <p:cNvPr id="11" name="Date Placeholder 10"/>
          <p:cNvSpPr>
            <a:spLocks noGrp="1"/>
          </p:cNvSpPr>
          <p:nvPr>
            <p:ph type="dt" sz="half" idx="10"/>
          </p:nvPr>
        </p:nvSpPr>
        <p:spPr/>
        <p:txBody>
          <a:bodyPr/>
          <a:lstStyle/>
          <a:p>
            <a:fld id="{105AF200-3133-408E-AEAA-04B3ACA33176}" type="datetime3">
              <a:rPr lang="en-US" smtClean="0"/>
              <a:t>15 August 2024</a:t>
            </a:fld>
            <a:endParaRPr lang="en-US" dirty="0"/>
          </a:p>
        </p:txBody>
      </p:sp>
      <p:sp>
        <p:nvSpPr>
          <p:cNvPr id="12" name="Footer Placeholder 11"/>
          <p:cNvSpPr>
            <a:spLocks noGrp="1"/>
          </p:cNvSpPr>
          <p:nvPr>
            <p:ph type="ftr" sz="quarter" idx="11"/>
          </p:nvPr>
        </p:nvSpPr>
        <p:spPr/>
        <p:txBody>
          <a:bodyPr/>
          <a:lstStyle/>
          <a:p>
            <a:endParaRPr lang="en-US" dirty="0"/>
          </a:p>
        </p:txBody>
      </p:sp>
      <p:sp>
        <p:nvSpPr>
          <p:cNvPr id="13" name="Slide Number Placeholder 12"/>
          <p:cNvSpPr>
            <a:spLocks noGrp="1"/>
          </p:cNvSpPr>
          <p:nvPr>
            <p:ph type="sldNum" sz="quarter" idx="12"/>
          </p:nvPr>
        </p:nvSpPr>
        <p:spPr/>
        <p:txBody>
          <a:bodyPr/>
          <a:lstStyle/>
          <a:p>
            <a:fld id="{4EBCDCBD-78E1-0D41-A999-31B5EBF8E02C}" type="slidenum">
              <a:rPr lang="en-US" smtClean="0"/>
              <a:pPr/>
              <a:t>‹#›</a:t>
            </a:fld>
            <a:endParaRPr lang="en-US" dirty="0"/>
          </a:p>
        </p:txBody>
      </p:sp>
      <p:sp>
        <p:nvSpPr>
          <p:cNvPr id="8" name="Rectangle 7"/>
          <p:cNvSpPr/>
          <p:nvPr/>
        </p:nvSpPr>
        <p:spPr>
          <a:xfrm>
            <a:off x="0" y="6291470"/>
            <a:ext cx="12192000" cy="5665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5" y="667"/>
            <a:ext cx="12189624" cy="6856664"/>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6163" y="1371600"/>
            <a:ext cx="5479673" cy="358444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3" name="Title 12"/>
          <p:cNvSpPr>
            <a:spLocks noGrp="1"/>
          </p:cNvSpPr>
          <p:nvPr>
            <p:ph type="title" hasCustomPrompt="1"/>
          </p:nvPr>
        </p:nvSpPr>
        <p:spPr/>
        <p:txBody>
          <a:bodyPr/>
          <a:lstStyle/>
          <a:p>
            <a:r>
              <a:rPr lang="en-US" dirty="0"/>
              <a:t>Click to add title</a:t>
            </a:r>
          </a:p>
        </p:txBody>
      </p:sp>
      <p:sp>
        <p:nvSpPr>
          <p:cNvPr id="9" name="Content Placeholder 8"/>
          <p:cNvSpPr>
            <a:spLocks noGrp="1"/>
          </p:cNvSpPr>
          <p:nvPr>
            <p:ph sz="quarter" idx="13" hasCustomPrompt="1"/>
          </p:nvPr>
        </p:nvSpPr>
        <p:spPr>
          <a:xfrm>
            <a:off x="952500" y="1179514"/>
            <a:ext cx="10287000" cy="503078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p:cNvSpPr>
            <a:spLocks noGrp="1"/>
          </p:cNvSpPr>
          <p:nvPr>
            <p:ph type="ftr" sz="quarter" idx="15"/>
          </p:nvPr>
        </p:nvSpPr>
        <p:spPr/>
        <p:txBody>
          <a:bodyPr/>
          <a:lstStyle/>
          <a:p>
            <a:endParaRPr lang="en-US" dirty="0"/>
          </a:p>
        </p:txBody>
      </p:sp>
      <p:sp>
        <p:nvSpPr>
          <p:cNvPr id="15" name="Slide Number Placeholder 14"/>
          <p:cNvSpPr>
            <a:spLocks noGrp="1"/>
          </p:cNvSpPr>
          <p:nvPr>
            <p:ph type="sldNum" sz="quarter" idx="16"/>
          </p:nvPr>
        </p:nvSpPr>
        <p:spPr/>
        <p:txBody>
          <a:bodyPr/>
          <a:lstStyle/>
          <a:p>
            <a:fld id="{4EBCDCBD-78E1-0D41-A999-31B5EBF8E02C}" type="slidenum">
              <a:rPr lang="en-US" smtClean="0"/>
              <a:pPr/>
              <a:t>‹#›</a:t>
            </a:fld>
            <a:endParaRPr lang="en-US" dirty="0"/>
          </a:p>
        </p:txBody>
      </p:sp>
      <p:sp>
        <p:nvSpPr>
          <p:cNvPr id="3" name="Text Placeholder 2"/>
          <p:cNvSpPr>
            <a:spLocks noGrp="1"/>
          </p:cNvSpPr>
          <p:nvPr>
            <p:ph type="body" sz="quarter" idx="17" hasCustomPrompt="1"/>
          </p:nvPr>
        </p:nvSpPr>
        <p:spPr>
          <a:xfrm>
            <a:off x="8210874" y="6501384"/>
            <a:ext cx="3200400" cy="356616"/>
          </a:xfrm>
        </p:spPr>
        <p:txBody>
          <a:bodyPr anchor="ctr">
            <a:normAutofit/>
          </a:bodyPr>
          <a:lstStyle>
            <a:lvl1pPr marL="0" indent="0" algn="r">
              <a:buNone/>
              <a:defRPr sz="700" b="1">
                <a:solidFill>
                  <a:schemeClr val="accent1"/>
                </a:solidFill>
              </a:defRPr>
            </a:lvl1pPr>
          </a:lstStyle>
          <a:p>
            <a:pPr lvl="0"/>
            <a:r>
              <a:rPr lang="en-US" dirty="0"/>
              <a:t>Footer2</a:t>
            </a:r>
          </a:p>
        </p:txBody>
      </p:sp>
      <p:sp>
        <p:nvSpPr>
          <p:cNvPr id="16" name="Text Placeholder 3"/>
          <p:cNvSpPr>
            <a:spLocks noGrp="1"/>
          </p:cNvSpPr>
          <p:nvPr>
            <p:ph type="body" sz="quarter" idx="19" hasCustomPrompt="1"/>
          </p:nvPr>
        </p:nvSpPr>
        <p:spPr>
          <a:xfrm>
            <a:off x="2375" y="1418"/>
            <a:ext cx="12189624" cy="274320"/>
          </a:xfrm>
          <a:solidFill>
            <a:srgbClr val="470A68"/>
          </a:solidFill>
        </p:spPr>
        <p:txBody>
          <a:bodyPr anchor="ctr">
            <a:noAutofit/>
          </a:bodyPr>
          <a:lstStyle>
            <a:lvl1pPr marL="0" indent="0" algn="ctr">
              <a:buNone/>
              <a:defRPr sz="1400" b="1" kern="0" cap="all" spc="50" baseline="0">
                <a:solidFill>
                  <a:schemeClr val="bg1"/>
                </a:solidFill>
                <a:latin typeface="+mn-lt"/>
              </a:defRPr>
            </a:lvl1pPr>
            <a:lvl2pPr marL="447675" indent="0" algn="ctr">
              <a:buNone/>
              <a:defRPr sz="1200" b="1">
                <a:latin typeface="+mn-lt"/>
              </a:defRPr>
            </a:lvl2pPr>
            <a:lvl3pPr marL="922338" indent="0" algn="ctr">
              <a:buNone/>
              <a:defRPr sz="1200" b="1">
                <a:latin typeface="+mn-lt"/>
              </a:defRPr>
            </a:lvl3pPr>
            <a:lvl4pPr marL="1379537" indent="0" algn="ctr">
              <a:buNone/>
              <a:defRPr sz="1200" b="1">
                <a:latin typeface="+mn-lt"/>
              </a:defRPr>
            </a:lvl4pPr>
            <a:lvl5pPr marL="1835150" indent="0" algn="ctr">
              <a:buNone/>
              <a:defRPr sz="1200" b="1">
                <a:latin typeface="+mn-lt"/>
              </a:defRPr>
            </a:lvl5pPr>
          </a:lstStyle>
          <a:p>
            <a:pPr lvl="0"/>
            <a:r>
              <a:rPr lang="en-US" dirty="0"/>
              <a:t>CLICK TO ADD CLASSIFICATION</a:t>
            </a:r>
          </a:p>
        </p:txBody>
      </p:sp>
      <p:sp>
        <p:nvSpPr>
          <p:cNvPr id="17" name="Text Placeholder 3"/>
          <p:cNvSpPr>
            <a:spLocks noGrp="1"/>
          </p:cNvSpPr>
          <p:nvPr>
            <p:ph type="body" sz="quarter" idx="20" hasCustomPrompt="1"/>
          </p:nvPr>
        </p:nvSpPr>
        <p:spPr>
          <a:xfrm>
            <a:off x="3968850" y="6500474"/>
            <a:ext cx="4212996" cy="355940"/>
          </a:xfrm>
          <a:noFill/>
          <a:ln>
            <a:noFill/>
          </a:ln>
        </p:spPr>
        <p:txBody>
          <a:bodyPr anchor="ctr">
            <a:noAutofit/>
          </a:bodyPr>
          <a:lstStyle>
            <a:lvl1pPr marL="0" indent="0" algn="ctr">
              <a:buNone/>
              <a:defRPr sz="1400" b="1" kern="0" cap="all" spc="50" baseline="0">
                <a:solidFill>
                  <a:srgbClr val="470A68"/>
                </a:solidFill>
                <a:latin typeface="+mn-lt"/>
              </a:defRPr>
            </a:lvl1pPr>
            <a:lvl2pPr marL="447675" indent="0" algn="ctr">
              <a:buNone/>
              <a:defRPr sz="1200" b="1">
                <a:latin typeface="+mn-lt"/>
              </a:defRPr>
            </a:lvl2pPr>
            <a:lvl3pPr marL="922338" indent="0" algn="ctr">
              <a:buNone/>
              <a:defRPr sz="1200" b="1">
                <a:latin typeface="+mn-lt"/>
              </a:defRPr>
            </a:lvl3pPr>
            <a:lvl4pPr marL="1379537" indent="0" algn="ctr">
              <a:buNone/>
              <a:defRPr sz="1200" b="1">
                <a:latin typeface="+mn-lt"/>
              </a:defRPr>
            </a:lvl4pPr>
            <a:lvl5pPr marL="1835150" indent="0" algn="ctr">
              <a:buNone/>
              <a:defRPr sz="1200" b="1">
                <a:latin typeface="+mn-lt"/>
              </a:defRPr>
            </a:lvl5pPr>
          </a:lstStyle>
          <a:p>
            <a:pPr lvl="0"/>
            <a:r>
              <a:rPr lang="en-US" dirty="0"/>
              <a:t>CLICK TO ADD CLASSIFICATION</a:t>
            </a:r>
          </a:p>
        </p:txBody>
      </p:sp>
    </p:spTree>
    <p:extLst>
      <p:ext uri="{BB962C8B-B14F-4D97-AF65-F5344CB8AC3E}">
        <p14:creationId xmlns:p14="http://schemas.microsoft.com/office/powerpoint/2010/main" val="22196693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Rectangle 12"/>
          <p:cNvSpPr/>
          <p:nvPr userDrawn="1"/>
        </p:nvSpPr>
        <p:spPr>
          <a:xfrm>
            <a:off x="0" y="6499798"/>
            <a:ext cx="12192000" cy="3566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pPr algn="ctr"/>
            <a:endParaRPr lang="en-US" dirty="0"/>
          </a:p>
        </p:txBody>
      </p:sp>
      <p:cxnSp>
        <p:nvCxnSpPr>
          <p:cNvPr id="15" name="Straight Connector 14"/>
          <p:cNvCxnSpPr/>
          <p:nvPr userDrawn="1"/>
        </p:nvCxnSpPr>
        <p:spPr>
          <a:xfrm>
            <a:off x="0" y="6500474"/>
            <a:ext cx="121920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457200" y="419100"/>
            <a:ext cx="11277600" cy="762000"/>
          </a:xfrm>
          <a:prstGeom prst="rect">
            <a:avLst/>
          </a:prstGeom>
        </p:spPr>
        <p:txBody>
          <a:bodyPr vert="horz" lIns="0" tIns="0" rIns="0" bIns="0" rtlCol="0" anchor="t" anchorCtr="0">
            <a:normAutofit/>
          </a:bodyPr>
          <a:lstStyle/>
          <a:p>
            <a:r>
              <a:rPr lang="en-US" dirty="0"/>
              <a:t>Click to add title</a:t>
            </a:r>
          </a:p>
        </p:txBody>
      </p:sp>
      <p:sp>
        <p:nvSpPr>
          <p:cNvPr id="3" name="Text Placeholder 2"/>
          <p:cNvSpPr>
            <a:spLocks noGrp="1"/>
          </p:cNvSpPr>
          <p:nvPr>
            <p:ph type="body" idx="1"/>
          </p:nvPr>
        </p:nvSpPr>
        <p:spPr>
          <a:xfrm>
            <a:off x="952500" y="1181100"/>
            <a:ext cx="10287000" cy="5029200"/>
          </a:xfrm>
          <a:prstGeom prst="rect">
            <a:avLst/>
          </a:prstGeom>
        </p:spPr>
        <p:txBody>
          <a:bodyPr vert="horz" lIns="0" tIns="0" rIns="0" bIns="0" rtlCol="0">
            <a:normAutofit/>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036810" y="6500814"/>
            <a:ext cx="1371600" cy="357186"/>
          </a:xfrm>
          <a:prstGeom prst="rect">
            <a:avLst/>
          </a:prstGeom>
        </p:spPr>
        <p:txBody>
          <a:bodyPr vert="horz" lIns="91440" tIns="0" rIns="91440" bIns="0" rtlCol="0" anchor="ctr"/>
          <a:lstStyle>
            <a:lvl1pPr algn="r">
              <a:defRPr sz="1000">
                <a:solidFill>
                  <a:schemeClr val="bg1">
                    <a:lumMod val="50000"/>
                  </a:schemeClr>
                </a:solidFill>
              </a:defRPr>
            </a:lvl1pPr>
          </a:lstStyle>
          <a:p>
            <a:fld id="{EBD90533-0019-439F-9033-E5FD503D101E}" type="datetime3">
              <a:rPr lang="en-US" smtClean="0"/>
              <a:t>15 August 2024</a:t>
            </a:fld>
            <a:endParaRPr lang="en-US" dirty="0"/>
          </a:p>
        </p:txBody>
      </p:sp>
      <p:sp>
        <p:nvSpPr>
          <p:cNvPr id="5" name="Footer Placeholder 4"/>
          <p:cNvSpPr>
            <a:spLocks noGrp="1"/>
          </p:cNvSpPr>
          <p:nvPr>
            <p:ph type="ftr" sz="quarter" idx="3"/>
          </p:nvPr>
        </p:nvSpPr>
        <p:spPr>
          <a:xfrm>
            <a:off x="742416" y="6500814"/>
            <a:ext cx="3197406" cy="355600"/>
          </a:xfrm>
          <a:prstGeom prst="rect">
            <a:avLst/>
          </a:prstGeom>
        </p:spPr>
        <p:txBody>
          <a:bodyPr vert="horz" lIns="91440" tIns="0" rIns="91440" bIns="0" rtlCol="0" anchor="ctr"/>
          <a:lstStyle>
            <a:lvl1pPr algn="l">
              <a:defRPr sz="1000">
                <a:solidFill>
                  <a:schemeClr val="bg1">
                    <a:lumMod val="50000"/>
                  </a:schemeClr>
                </a:solidFill>
              </a:defRPr>
            </a:lvl1pPr>
          </a:lstStyle>
          <a:p>
            <a:endParaRPr lang="en-US" dirty="0"/>
          </a:p>
        </p:txBody>
      </p:sp>
      <p:sp>
        <p:nvSpPr>
          <p:cNvPr id="6" name="Slide Number Placeholder 5"/>
          <p:cNvSpPr>
            <a:spLocks noGrp="1"/>
          </p:cNvSpPr>
          <p:nvPr>
            <p:ph type="sldNum" sz="quarter" idx="4"/>
          </p:nvPr>
        </p:nvSpPr>
        <p:spPr>
          <a:xfrm>
            <a:off x="11440302" y="6500474"/>
            <a:ext cx="381000" cy="357526"/>
          </a:xfrm>
          <a:prstGeom prst="rect">
            <a:avLst/>
          </a:prstGeom>
        </p:spPr>
        <p:txBody>
          <a:bodyPr vert="horz" lIns="0" tIns="0" rIns="0" bIns="0" rtlCol="0" anchor="ctr"/>
          <a:lstStyle>
            <a:lvl1pPr algn="ctr">
              <a:defRPr sz="1000" b="1">
                <a:solidFill>
                  <a:schemeClr val="accent2"/>
                </a:solidFill>
              </a:defRPr>
            </a:lvl1pPr>
          </a:lstStyle>
          <a:p>
            <a:fld id="{4EBCDCBD-78E1-0D41-A999-31B5EBF8E02C}" type="slidenum">
              <a:rPr lang="en-US" smtClean="0"/>
              <a:pPr/>
              <a:t>‹#›</a:t>
            </a:fld>
            <a:endParaRPr lang="en-US" dirty="0"/>
          </a:p>
        </p:txBody>
      </p:sp>
      <p:cxnSp>
        <p:nvCxnSpPr>
          <p:cNvPr id="8" name="Straight Connector 7"/>
          <p:cNvCxnSpPr/>
          <p:nvPr userDrawn="1"/>
        </p:nvCxnSpPr>
        <p:spPr>
          <a:xfrm>
            <a:off x="11424239" y="6604000"/>
            <a:ext cx="0" cy="155141"/>
          </a:xfrm>
          <a:prstGeom prst="line">
            <a:avLst/>
          </a:prstGeom>
          <a:ln w="63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457200" y="6566791"/>
            <a:ext cx="210893" cy="226709"/>
          </a:xfrm>
          <a:prstGeom prst="rect">
            <a:avLst/>
          </a:prstGeom>
        </p:spPr>
      </p:pic>
    </p:spTree>
    <p:extLst>
      <p:ext uri="{BB962C8B-B14F-4D97-AF65-F5344CB8AC3E}">
        <p14:creationId xmlns:p14="http://schemas.microsoft.com/office/powerpoint/2010/main" val="92444638"/>
      </p:ext>
    </p:extLst>
  </p:cSld>
  <p:clrMap bg1="lt1" tx1="dk1" bg2="lt2" tx2="dk2" accent1="accent1" accent2="accent2" accent3="accent3" accent4="accent4" accent5="accent5" accent6="accent6" hlink="hlink" folHlink="folHlink"/>
  <p:sldLayoutIdLst>
    <p:sldLayoutId id="2147483692" r:id="rId1"/>
    <p:sldLayoutId id="2147483697" r:id="rId2"/>
    <p:sldLayoutId id="2147483731" r:id="rId3"/>
    <p:sldLayoutId id="2147483701" r:id="rId4"/>
    <p:sldLayoutId id="2147483732" r:id="rId5"/>
    <p:sldLayoutId id="2147483711" r:id="rId6"/>
    <p:sldLayoutId id="2147483737" r:id="rId7"/>
    <p:sldLayoutId id="2147483719" r:id="rId8"/>
    <p:sldLayoutId id="2147483724" r:id="rId9"/>
    <p:sldLayoutId id="2147483717" r:id="rId10"/>
    <p:sldLayoutId id="2147483720" r:id="rId11"/>
    <p:sldLayoutId id="2147483715" r:id="rId12"/>
    <p:sldLayoutId id="2147483738" r:id="rId13"/>
  </p:sldLayoutIdLst>
  <p:hf hdr="0"/>
  <p:txStyles>
    <p:titleStyle>
      <a:lvl1pPr algn="l" defTabSz="914400" rtl="0" eaLnBrk="1" latinLnBrk="0" hangingPunct="1">
        <a:lnSpc>
          <a:spcPct val="90000"/>
        </a:lnSpc>
        <a:spcBef>
          <a:spcPct val="0"/>
        </a:spcBef>
        <a:buNone/>
        <a:defRPr sz="3600" b="1" kern="1200" baseline="0">
          <a:solidFill>
            <a:schemeClr val="accent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0" orient="horz" pos="264" userDrawn="1">
          <p15:clr>
            <a:srgbClr val="F26B43"/>
          </p15:clr>
        </p15:guide>
        <p15:guide id="11" pos="288" userDrawn="1">
          <p15:clr>
            <a:srgbClr val="F26B43"/>
          </p15:clr>
        </p15:guide>
        <p15:guide id="12" pos="7392" userDrawn="1">
          <p15:clr>
            <a:srgbClr val="F26B43"/>
          </p15:clr>
        </p15:guide>
        <p15:guide id="13" orient="horz" pos="3912" userDrawn="1">
          <p15:clr>
            <a:srgbClr val="F26B43"/>
          </p15:clr>
        </p15:guide>
        <p15:guide id="14" pos="3840" userDrawn="1">
          <p15:clr>
            <a:srgbClr val="F26B43"/>
          </p15:clr>
        </p15:guide>
        <p15:guide id="16" orient="horz" pos="936" userDrawn="1">
          <p15:clr>
            <a:srgbClr val="F26B43"/>
          </p15:clr>
        </p15:guide>
        <p15:guide id="17" pos="600" userDrawn="1">
          <p15:clr>
            <a:srgbClr val="F26B43"/>
          </p15:clr>
        </p15:guide>
        <p15:guide id="18" pos="7080" userDrawn="1">
          <p15:clr>
            <a:srgbClr val="F26B43"/>
          </p15:clr>
        </p15:guide>
        <p15:guide id="19" pos="4056" userDrawn="1">
          <p15:clr>
            <a:srgbClr val="F26B43"/>
          </p15:clr>
        </p15:guide>
        <p15:guide id="20" pos="3624" userDrawn="1">
          <p15:clr>
            <a:srgbClr val="F26B43"/>
          </p15:clr>
        </p15:guide>
        <p15:guide id="22" orient="horz" pos="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XP2sFzp2Rig" TargetMode="External"/><Relationship Id="rId2" Type="http://schemas.openxmlformats.org/officeDocument/2006/relationships/hyperlink" Target="https://www.geeksforgeeks.org/genetic-algorithms/" TargetMode="External"/><Relationship Id="rId1" Type="http://schemas.openxmlformats.org/officeDocument/2006/relationships/slideLayout" Target="../slideLayouts/slideLayout2.xml"/><Relationship Id="rId4" Type="http://schemas.openxmlformats.org/officeDocument/2006/relationships/hyperlink" Target="https://www.youtube.com/watch?v=uQj5UNhCPuo"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799" y="2324100"/>
            <a:ext cx="10840915" cy="1572399"/>
          </a:xfrm>
        </p:spPr>
        <p:txBody>
          <a:bodyPr/>
          <a:lstStyle/>
          <a:p>
            <a:r>
              <a:rPr lang="en-US" dirty="0"/>
              <a:t>Mass Optimization Tool Updated</a:t>
            </a:r>
          </a:p>
        </p:txBody>
      </p:sp>
      <p:sp>
        <p:nvSpPr>
          <p:cNvPr id="6" name="Subtitle 5"/>
          <p:cNvSpPr>
            <a:spLocks noGrp="1"/>
          </p:cNvSpPr>
          <p:nvPr>
            <p:ph type="subTitle" idx="1"/>
          </p:nvPr>
        </p:nvSpPr>
        <p:spPr/>
        <p:txBody>
          <a:bodyPr/>
          <a:lstStyle/>
          <a:p>
            <a:r>
              <a:rPr lang="en-US" dirty="0"/>
              <a:t>How To Use, What's been changed, What should change</a:t>
            </a:r>
          </a:p>
        </p:txBody>
      </p:sp>
      <p:sp>
        <p:nvSpPr>
          <p:cNvPr id="7" name="Text Placeholder 6"/>
          <p:cNvSpPr>
            <a:spLocks noGrp="1"/>
          </p:cNvSpPr>
          <p:nvPr>
            <p:ph type="body" sz="quarter" idx="13"/>
          </p:nvPr>
        </p:nvSpPr>
        <p:spPr/>
        <p:txBody>
          <a:bodyPr/>
          <a:lstStyle/>
          <a:p>
            <a:r>
              <a:rPr lang="en-US" dirty="0"/>
              <a:t>Jack Hammer</a:t>
            </a:r>
          </a:p>
          <a:p>
            <a:r>
              <a:rPr lang="en-US" dirty="0"/>
              <a:t>FPS/KFP</a:t>
            </a:r>
          </a:p>
        </p:txBody>
      </p:sp>
    </p:spTree>
    <p:extLst>
      <p:ext uri="{BB962C8B-B14F-4D97-AF65-F5344CB8AC3E}">
        <p14:creationId xmlns:p14="http://schemas.microsoft.com/office/powerpoint/2010/main" val="15073585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799" y="2324100"/>
            <a:ext cx="10840915" cy="1572399"/>
          </a:xfrm>
        </p:spPr>
        <p:txBody>
          <a:bodyPr/>
          <a:lstStyle/>
          <a:p>
            <a:r>
              <a:rPr lang="en-US" dirty="0"/>
              <a:t>Using the App: A Walkthrough</a:t>
            </a:r>
          </a:p>
        </p:txBody>
      </p:sp>
    </p:spTree>
    <p:extLst>
      <p:ext uri="{BB962C8B-B14F-4D97-AF65-F5344CB8AC3E}">
        <p14:creationId xmlns:p14="http://schemas.microsoft.com/office/powerpoint/2010/main" val="2625672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5DEB735-5CE0-4387-8608-F3B31CE1E677}"/>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453B96F4-8900-4352-8998-1669F7BB169F}"/>
              </a:ext>
            </a:extLst>
          </p:cNvPr>
          <p:cNvSpPr>
            <a:spLocks noGrp="1"/>
          </p:cNvSpPr>
          <p:nvPr>
            <p:ph type="sldNum" sz="quarter" idx="16"/>
          </p:nvPr>
        </p:nvSpPr>
        <p:spPr/>
        <p:txBody>
          <a:bodyPr/>
          <a:lstStyle/>
          <a:p>
            <a:fld id="{4EBCDCBD-78E1-0D41-A999-31B5EBF8E02C}" type="slidenum">
              <a:rPr lang="en-US" smtClean="0"/>
              <a:pPr/>
              <a:t>3</a:t>
            </a:fld>
            <a:endParaRPr lang="en-US" dirty="0"/>
          </a:p>
        </p:txBody>
      </p:sp>
      <p:sp>
        <p:nvSpPr>
          <p:cNvPr id="6" name="Text Placeholder 5">
            <a:extLst>
              <a:ext uri="{FF2B5EF4-FFF2-40B4-BE49-F238E27FC236}">
                <a16:creationId xmlns:a16="http://schemas.microsoft.com/office/drawing/2014/main" id="{43727CE1-C23A-432A-BFA6-13B6BB04C716}"/>
              </a:ext>
            </a:extLst>
          </p:cNvPr>
          <p:cNvSpPr>
            <a:spLocks noGrp="1"/>
          </p:cNvSpPr>
          <p:nvPr>
            <p:ph type="body" sz="quarter" idx="17"/>
          </p:nvPr>
        </p:nvSpPr>
        <p:spPr/>
        <p:txBody>
          <a:bodyPr/>
          <a:lstStyle/>
          <a:p>
            <a:endParaRPr lang="en-US"/>
          </a:p>
        </p:txBody>
      </p:sp>
      <p:sp>
        <p:nvSpPr>
          <p:cNvPr id="7" name="Text Placeholder 6">
            <a:extLst>
              <a:ext uri="{FF2B5EF4-FFF2-40B4-BE49-F238E27FC236}">
                <a16:creationId xmlns:a16="http://schemas.microsoft.com/office/drawing/2014/main" id="{128981A0-2B09-420D-B938-4E4973E99D92}"/>
              </a:ext>
            </a:extLst>
          </p:cNvPr>
          <p:cNvSpPr>
            <a:spLocks noGrp="1"/>
          </p:cNvSpPr>
          <p:nvPr>
            <p:ph type="body" sz="quarter" idx="19"/>
          </p:nvPr>
        </p:nvSpPr>
        <p:spPr/>
        <p:txBody>
          <a:bodyPr/>
          <a:lstStyle/>
          <a:p>
            <a:endParaRPr lang="en-US" dirty="0"/>
          </a:p>
        </p:txBody>
      </p:sp>
      <p:sp>
        <p:nvSpPr>
          <p:cNvPr id="8" name="Text Placeholder 7">
            <a:extLst>
              <a:ext uri="{FF2B5EF4-FFF2-40B4-BE49-F238E27FC236}">
                <a16:creationId xmlns:a16="http://schemas.microsoft.com/office/drawing/2014/main" id="{1B947E14-CAFB-45C7-A345-91BA624DB3BF}"/>
              </a:ext>
            </a:extLst>
          </p:cNvPr>
          <p:cNvSpPr>
            <a:spLocks noGrp="1"/>
          </p:cNvSpPr>
          <p:nvPr>
            <p:ph type="body" sz="quarter" idx="20"/>
          </p:nvPr>
        </p:nvSpPr>
        <p:spPr/>
        <p:txBody>
          <a:bodyPr/>
          <a:lstStyle/>
          <a:p>
            <a:endParaRPr lang="en-US"/>
          </a:p>
        </p:txBody>
      </p:sp>
      <p:pic>
        <p:nvPicPr>
          <p:cNvPr id="9" name="Picture 8">
            <a:extLst>
              <a:ext uri="{FF2B5EF4-FFF2-40B4-BE49-F238E27FC236}">
                <a16:creationId xmlns:a16="http://schemas.microsoft.com/office/drawing/2014/main" id="{98368C5F-43EE-4E60-9DF9-A5D162DC56C6}"/>
              </a:ext>
            </a:extLst>
          </p:cNvPr>
          <p:cNvPicPr>
            <a:picLocks noChangeAspect="1"/>
          </p:cNvPicPr>
          <p:nvPr/>
        </p:nvPicPr>
        <p:blipFill rotWithShape="1">
          <a:blip r:embed="rId2"/>
          <a:srcRect l="364" t="213" r="399" b="333"/>
          <a:stretch/>
        </p:blipFill>
        <p:spPr>
          <a:xfrm>
            <a:off x="3989502" y="326971"/>
            <a:ext cx="4212996" cy="6121360"/>
          </a:xfrm>
          <a:prstGeom prst="rect">
            <a:avLst/>
          </a:prstGeom>
        </p:spPr>
      </p:pic>
      <p:sp>
        <p:nvSpPr>
          <p:cNvPr id="17" name="Title 16">
            <a:extLst>
              <a:ext uri="{FF2B5EF4-FFF2-40B4-BE49-F238E27FC236}">
                <a16:creationId xmlns:a16="http://schemas.microsoft.com/office/drawing/2014/main" id="{1552FAF1-6661-44BF-92B4-9816EBA69543}"/>
              </a:ext>
            </a:extLst>
          </p:cNvPr>
          <p:cNvSpPr>
            <a:spLocks noGrp="1"/>
          </p:cNvSpPr>
          <p:nvPr>
            <p:ph type="title"/>
          </p:nvPr>
        </p:nvSpPr>
        <p:spPr/>
        <p:txBody>
          <a:bodyPr/>
          <a:lstStyle/>
          <a:p>
            <a:r>
              <a:rPr lang="en-US" dirty="0"/>
              <a:t>App GUI</a:t>
            </a:r>
          </a:p>
        </p:txBody>
      </p:sp>
      <p:sp>
        <p:nvSpPr>
          <p:cNvPr id="18" name="TextBox 17">
            <a:extLst>
              <a:ext uri="{FF2B5EF4-FFF2-40B4-BE49-F238E27FC236}">
                <a16:creationId xmlns:a16="http://schemas.microsoft.com/office/drawing/2014/main" id="{7DE5F3BC-CF76-4A00-89E2-DB790FBF89D0}"/>
              </a:ext>
            </a:extLst>
          </p:cNvPr>
          <p:cNvSpPr txBox="1"/>
          <p:nvPr/>
        </p:nvSpPr>
        <p:spPr>
          <a:xfrm>
            <a:off x="980902" y="1240633"/>
            <a:ext cx="2168803" cy="306467"/>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Min weight constraint</a:t>
            </a:r>
            <a:endParaRPr lang="en-US" sz="1400" b="1" dirty="0"/>
          </a:p>
        </p:txBody>
      </p:sp>
      <p:sp>
        <p:nvSpPr>
          <p:cNvPr id="19" name="TextBox 18">
            <a:extLst>
              <a:ext uri="{FF2B5EF4-FFF2-40B4-BE49-F238E27FC236}">
                <a16:creationId xmlns:a16="http://schemas.microsoft.com/office/drawing/2014/main" id="{5955DDBE-8D6D-4592-8A13-668C060D3272}"/>
              </a:ext>
            </a:extLst>
          </p:cNvPr>
          <p:cNvSpPr txBox="1"/>
          <p:nvPr/>
        </p:nvSpPr>
        <p:spPr>
          <a:xfrm>
            <a:off x="980902" y="1606633"/>
            <a:ext cx="2168803" cy="306467"/>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Max weight constraint</a:t>
            </a:r>
            <a:endParaRPr lang="en-US" sz="1400" b="1" dirty="0"/>
          </a:p>
        </p:txBody>
      </p:sp>
      <p:sp>
        <p:nvSpPr>
          <p:cNvPr id="20" name="TextBox 19">
            <a:extLst>
              <a:ext uri="{FF2B5EF4-FFF2-40B4-BE49-F238E27FC236}">
                <a16:creationId xmlns:a16="http://schemas.microsoft.com/office/drawing/2014/main" id="{D6DABDAA-F22A-42BD-9B7D-6C7651D17D48}"/>
              </a:ext>
            </a:extLst>
          </p:cNvPr>
          <p:cNvSpPr txBox="1"/>
          <p:nvPr/>
        </p:nvSpPr>
        <p:spPr>
          <a:xfrm>
            <a:off x="980901" y="1972633"/>
            <a:ext cx="2168803" cy="306467"/>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Current weight</a:t>
            </a:r>
            <a:endParaRPr lang="en-US" sz="1400" b="1" dirty="0"/>
          </a:p>
        </p:txBody>
      </p:sp>
      <p:sp>
        <p:nvSpPr>
          <p:cNvPr id="21" name="TextBox 20">
            <a:extLst>
              <a:ext uri="{FF2B5EF4-FFF2-40B4-BE49-F238E27FC236}">
                <a16:creationId xmlns:a16="http://schemas.microsoft.com/office/drawing/2014/main" id="{216CB326-4BFE-45D7-8183-F7EAB185AB04}"/>
              </a:ext>
            </a:extLst>
          </p:cNvPr>
          <p:cNvSpPr txBox="1"/>
          <p:nvPr/>
        </p:nvSpPr>
        <p:spPr>
          <a:xfrm>
            <a:off x="980900" y="2434778"/>
            <a:ext cx="2168803" cy="510778"/>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X,Y,Z coordinates for current and desired CG</a:t>
            </a:r>
            <a:endParaRPr lang="en-US" sz="1400" b="1" dirty="0"/>
          </a:p>
        </p:txBody>
      </p:sp>
      <p:sp>
        <p:nvSpPr>
          <p:cNvPr id="22" name="TextBox 21">
            <a:extLst>
              <a:ext uri="{FF2B5EF4-FFF2-40B4-BE49-F238E27FC236}">
                <a16:creationId xmlns:a16="http://schemas.microsoft.com/office/drawing/2014/main" id="{B761576C-505E-4723-835B-D2908007ACE8}"/>
              </a:ext>
            </a:extLst>
          </p:cNvPr>
          <p:cNvSpPr txBox="1"/>
          <p:nvPr/>
        </p:nvSpPr>
        <p:spPr>
          <a:xfrm>
            <a:off x="980897" y="4249024"/>
            <a:ext cx="2168803" cy="868323"/>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Solver algorithm</a:t>
            </a:r>
            <a:endParaRPr lang="en-US" sz="1400" b="1" dirty="0"/>
          </a:p>
          <a:p>
            <a:pPr marL="171450" indent="-171450">
              <a:buFont typeface="Arial" panose="020B0604020202020204" pitchFamily="34" charset="0"/>
              <a:buChar char="•"/>
            </a:pPr>
            <a:r>
              <a:rPr lang="en-US" sz="1100" b="1" dirty="0"/>
              <a:t>Interior-point</a:t>
            </a:r>
          </a:p>
          <a:p>
            <a:pPr marL="171450" indent="-171450">
              <a:buFont typeface="Arial" panose="020B0604020202020204" pitchFamily="34" charset="0"/>
              <a:buChar char="•"/>
            </a:pPr>
            <a:r>
              <a:rPr lang="en-US" sz="1100" b="1" dirty="0" err="1"/>
              <a:t>Sqp</a:t>
            </a:r>
            <a:r>
              <a:rPr lang="en-US" sz="1100" b="1" dirty="0"/>
              <a:t> (sequential quadratic programming)</a:t>
            </a:r>
            <a:endParaRPr lang="en-US" sz="1050" b="1" dirty="0"/>
          </a:p>
        </p:txBody>
      </p:sp>
      <p:sp>
        <p:nvSpPr>
          <p:cNvPr id="23" name="TextBox 22">
            <a:extLst>
              <a:ext uri="{FF2B5EF4-FFF2-40B4-BE49-F238E27FC236}">
                <a16:creationId xmlns:a16="http://schemas.microsoft.com/office/drawing/2014/main" id="{BB9BB773-75FF-4139-BBFB-02A2592D124B}"/>
              </a:ext>
            </a:extLst>
          </p:cNvPr>
          <p:cNvSpPr txBox="1"/>
          <p:nvPr/>
        </p:nvSpPr>
        <p:spPr>
          <a:xfrm>
            <a:off x="980897" y="5159990"/>
            <a:ext cx="2168805" cy="715089"/>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Displays ballasting locations and maximum weight</a:t>
            </a:r>
            <a:endParaRPr lang="en-US" sz="1400" b="1" dirty="0"/>
          </a:p>
        </p:txBody>
      </p:sp>
      <p:sp>
        <p:nvSpPr>
          <p:cNvPr id="24" name="TextBox 23">
            <a:extLst>
              <a:ext uri="{FF2B5EF4-FFF2-40B4-BE49-F238E27FC236}">
                <a16:creationId xmlns:a16="http://schemas.microsoft.com/office/drawing/2014/main" id="{2947410B-9B4D-48F7-93A8-AC8528C85725}"/>
              </a:ext>
            </a:extLst>
          </p:cNvPr>
          <p:cNvSpPr txBox="1"/>
          <p:nvPr/>
        </p:nvSpPr>
        <p:spPr>
          <a:xfrm>
            <a:off x="980900" y="3187469"/>
            <a:ext cx="2168803" cy="510778"/>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Current inertia tensor and inertia tensor limits</a:t>
            </a:r>
            <a:endParaRPr lang="en-US" sz="1400" b="1" dirty="0"/>
          </a:p>
        </p:txBody>
      </p:sp>
      <p:cxnSp>
        <p:nvCxnSpPr>
          <p:cNvPr id="25" name="Straight Arrow Connector 24">
            <a:extLst>
              <a:ext uri="{FF2B5EF4-FFF2-40B4-BE49-F238E27FC236}">
                <a16:creationId xmlns:a16="http://schemas.microsoft.com/office/drawing/2014/main" id="{440C1E58-1E9F-4F1A-AC08-F035E0F7DC85}"/>
              </a:ext>
            </a:extLst>
          </p:cNvPr>
          <p:cNvCxnSpPr>
            <a:cxnSpLocks/>
            <a:stCxn id="18" idx="3"/>
          </p:cNvCxnSpPr>
          <p:nvPr/>
        </p:nvCxnSpPr>
        <p:spPr>
          <a:xfrm flipV="1">
            <a:off x="3149705" y="1017762"/>
            <a:ext cx="1920236" cy="376105"/>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28" name="Straight Arrow Connector 27">
            <a:extLst>
              <a:ext uri="{FF2B5EF4-FFF2-40B4-BE49-F238E27FC236}">
                <a16:creationId xmlns:a16="http://schemas.microsoft.com/office/drawing/2014/main" id="{D1FA7F6C-B779-41F9-A970-70A7D6FD204C}"/>
              </a:ext>
            </a:extLst>
          </p:cNvPr>
          <p:cNvCxnSpPr>
            <a:cxnSpLocks/>
            <a:stCxn id="19" idx="3"/>
          </p:cNvCxnSpPr>
          <p:nvPr/>
        </p:nvCxnSpPr>
        <p:spPr>
          <a:xfrm flipV="1">
            <a:off x="3149705" y="1251391"/>
            <a:ext cx="1920236" cy="508476"/>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31" name="Straight Arrow Connector 30">
            <a:extLst>
              <a:ext uri="{FF2B5EF4-FFF2-40B4-BE49-F238E27FC236}">
                <a16:creationId xmlns:a16="http://schemas.microsoft.com/office/drawing/2014/main" id="{83C41FE3-15C3-463E-99DB-614F6E18B660}"/>
              </a:ext>
            </a:extLst>
          </p:cNvPr>
          <p:cNvCxnSpPr>
            <a:cxnSpLocks/>
            <a:stCxn id="20" idx="3"/>
          </p:cNvCxnSpPr>
          <p:nvPr/>
        </p:nvCxnSpPr>
        <p:spPr>
          <a:xfrm flipV="1">
            <a:off x="3149704" y="1421856"/>
            <a:ext cx="1920237" cy="704011"/>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34" name="Straight Arrow Connector 33">
            <a:extLst>
              <a:ext uri="{FF2B5EF4-FFF2-40B4-BE49-F238E27FC236}">
                <a16:creationId xmlns:a16="http://schemas.microsoft.com/office/drawing/2014/main" id="{0521138D-28DC-4006-8349-8391D91E6D59}"/>
              </a:ext>
            </a:extLst>
          </p:cNvPr>
          <p:cNvCxnSpPr>
            <a:cxnSpLocks/>
            <a:stCxn id="21" idx="3"/>
          </p:cNvCxnSpPr>
          <p:nvPr/>
        </p:nvCxnSpPr>
        <p:spPr>
          <a:xfrm flipV="1">
            <a:off x="3149703" y="2068778"/>
            <a:ext cx="1730115" cy="621389"/>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37" name="Straight Arrow Connector 36">
            <a:extLst>
              <a:ext uri="{FF2B5EF4-FFF2-40B4-BE49-F238E27FC236}">
                <a16:creationId xmlns:a16="http://schemas.microsoft.com/office/drawing/2014/main" id="{8EB749DB-5AED-4224-A8A2-05529F5DDC3E}"/>
              </a:ext>
            </a:extLst>
          </p:cNvPr>
          <p:cNvCxnSpPr>
            <a:cxnSpLocks/>
            <a:stCxn id="24" idx="3"/>
            <a:endCxn id="41" idx="1"/>
          </p:cNvCxnSpPr>
          <p:nvPr/>
        </p:nvCxnSpPr>
        <p:spPr>
          <a:xfrm>
            <a:off x="3149703" y="3442858"/>
            <a:ext cx="1671563" cy="97521"/>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40" name="Rounded Rectangle 44">
            <a:extLst>
              <a:ext uri="{FF2B5EF4-FFF2-40B4-BE49-F238E27FC236}">
                <a16:creationId xmlns:a16="http://schemas.microsoft.com/office/drawing/2014/main" id="{F2535125-2394-4628-8E44-C315AFC6A522}"/>
              </a:ext>
            </a:extLst>
          </p:cNvPr>
          <p:cNvSpPr/>
          <p:nvPr/>
        </p:nvSpPr>
        <p:spPr>
          <a:xfrm>
            <a:off x="4874374" y="1642518"/>
            <a:ext cx="2549468" cy="792260"/>
          </a:xfrm>
          <a:prstGeom prst="roundRect">
            <a:avLst>
              <a:gd name="adj" fmla="val 5569"/>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sp>
        <p:nvSpPr>
          <p:cNvPr id="41" name="Rounded Rectangle 44">
            <a:extLst>
              <a:ext uri="{FF2B5EF4-FFF2-40B4-BE49-F238E27FC236}">
                <a16:creationId xmlns:a16="http://schemas.microsoft.com/office/drawing/2014/main" id="{EB0A92DB-3AA1-4984-8CA7-CC81C57236E6}"/>
              </a:ext>
            </a:extLst>
          </p:cNvPr>
          <p:cNvSpPr/>
          <p:nvPr/>
        </p:nvSpPr>
        <p:spPr>
          <a:xfrm>
            <a:off x="4821266" y="2449715"/>
            <a:ext cx="2756484" cy="2181328"/>
          </a:xfrm>
          <a:prstGeom prst="roundRect">
            <a:avLst>
              <a:gd name="adj" fmla="val 2104"/>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cxnSp>
        <p:nvCxnSpPr>
          <p:cNvPr id="43" name="Straight Arrow Connector 42">
            <a:extLst>
              <a:ext uri="{FF2B5EF4-FFF2-40B4-BE49-F238E27FC236}">
                <a16:creationId xmlns:a16="http://schemas.microsoft.com/office/drawing/2014/main" id="{A8C04E45-7517-47D6-B3DE-C555D4E3896A}"/>
              </a:ext>
            </a:extLst>
          </p:cNvPr>
          <p:cNvCxnSpPr>
            <a:cxnSpLocks/>
            <a:stCxn id="22" idx="3"/>
          </p:cNvCxnSpPr>
          <p:nvPr/>
        </p:nvCxnSpPr>
        <p:spPr>
          <a:xfrm>
            <a:off x="3149700" y="4683186"/>
            <a:ext cx="2020177" cy="53172"/>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674D5C8D-A5D6-413D-9DBD-D2D6D1934897}"/>
              </a:ext>
            </a:extLst>
          </p:cNvPr>
          <p:cNvCxnSpPr>
            <a:cxnSpLocks/>
            <a:stCxn id="23" idx="3"/>
          </p:cNvCxnSpPr>
          <p:nvPr/>
        </p:nvCxnSpPr>
        <p:spPr>
          <a:xfrm flipV="1">
            <a:off x="3149702" y="5468359"/>
            <a:ext cx="1387129" cy="49176"/>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50" name="TextBox 49">
            <a:extLst>
              <a:ext uri="{FF2B5EF4-FFF2-40B4-BE49-F238E27FC236}">
                <a16:creationId xmlns:a16="http://schemas.microsoft.com/office/drawing/2014/main" id="{17A1B21B-C373-4478-B52D-8DB3869AA882}"/>
              </a:ext>
            </a:extLst>
          </p:cNvPr>
          <p:cNvSpPr txBox="1"/>
          <p:nvPr/>
        </p:nvSpPr>
        <p:spPr>
          <a:xfrm>
            <a:off x="8911294" y="729158"/>
            <a:ext cx="2723860" cy="306467"/>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Status and Convergence Display</a:t>
            </a:r>
            <a:endParaRPr lang="en-US" sz="1400" b="1" dirty="0"/>
          </a:p>
        </p:txBody>
      </p:sp>
      <p:cxnSp>
        <p:nvCxnSpPr>
          <p:cNvPr id="51" name="Straight Arrow Connector 50">
            <a:extLst>
              <a:ext uri="{FF2B5EF4-FFF2-40B4-BE49-F238E27FC236}">
                <a16:creationId xmlns:a16="http://schemas.microsoft.com/office/drawing/2014/main" id="{F81C7EF2-4D40-4BD6-84EC-EC5F2988F49E}"/>
              </a:ext>
            </a:extLst>
          </p:cNvPr>
          <p:cNvCxnSpPr>
            <a:cxnSpLocks/>
            <a:stCxn id="50" idx="1"/>
          </p:cNvCxnSpPr>
          <p:nvPr/>
        </p:nvCxnSpPr>
        <p:spPr>
          <a:xfrm flipH="1">
            <a:off x="8088923" y="882392"/>
            <a:ext cx="822371" cy="0"/>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54" name="TextBox 53">
            <a:extLst>
              <a:ext uri="{FF2B5EF4-FFF2-40B4-BE49-F238E27FC236}">
                <a16:creationId xmlns:a16="http://schemas.microsoft.com/office/drawing/2014/main" id="{19746DE0-FFE8-46DB-B186-84F36F698A99}"/>
              </a:ext>
            </a:extLst>
          </p:cNvPr>
          <p:cNvSpPr txBox="1"/>
          <p:nvPr/>
        </p:nvSpPr>
        <p:spPr>
          <a:xfrm>
            <a:off x="8911294" y="6138698"/>
            <a:ext cx="2723860" cy="306467"/>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Begin Calculation button</a:t>
            </a:r>
            <a:endParaRPr lang="en-US" sz="1400" b="1" dirty="0"/>
          </a:p>
        </p:txBody>
      </p:sp>
      <p:cxnSp>
        <p:nvCxnSpPr>
          <p:cNvPr id="55" name="Straight Arrow Connector 54">
            <a:extLst>
              <a:ext uri="{FF2B5EF4-FFF2-40B4-BE49-F238E27FC236}">
                <a16:creationId xmlns:a16="http://schemas.microsoft.com/office/drawing/2014/main" id="{C54F0D01-71AA-4633-921A-5C057B143652}"/>
              </a:ext>
            </a:extLst>
          </p:cNvPr>
          <p:cNvCxnSpPr>
            <a:cxnSpLocks/>
            <a:stCxn id="54" idx="1"/>
          </p:cNvCxnSpPr>
          <p:nvPr/>
        </p:nvCxnSpPr>
        <p:spPr>
          <a:xfrm flipH="1">
            <a:off x="7850669" y="6291932"/>
            <a:ext cx="1060625" cy="35562"/>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56" name="TextBox 55">
            <a:extLst>
              <a:ext uri="{FF2B5EF4-FFF2-40B4-BE49-F238E27FC236}">
                <a16:creationId xmlns:a16="http://schemas.microsoft.com/office/drawing/2014/main" id="{6B6C1E09-EF50-43FA-8398-627C1EC2744A}"/>
              </a:ext>
            </a:extLst>
          </p:cNvPr>
          <p:cNvSpPr txBox="1"/>
          <p:nvPr/>
        </p:nvSpPr>
        <p:spPr>
          <a:xfrm>
            <a:off x="8911294" y="5448122"/>
            <a:ext cx="2723860" cy="306467"/>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Data export toggle</a:t>
            </a:r>
            <a:endParaRPr lang="en-US" sz="1400" b="1" dirty="0"/>
          </a:p>
        </p:txBody>
      </p:sp>
      <p:cxnSp>
        <p:nvCxnSpPr>
          <p:cNvPr id="57" name="Straight Arrow Connector 56">
            <a:extLst>
              <a:ext uri="{FF2B5EF4-FFF2-40B4-BE49-F238E27FC236}">
                <a16:creationId xmlns:a16="http://schemas.microsoft.com/office/drawing/2014/main" id="{FD8787B2-21DF-4C3F-BCAE-EB47C45EA641}"/>
              </a:ext>
            </a:extLst>
          </p:cNvPr>
          <p:cNvCxnSpPr>
            <a:cxnSpLocks/>
            <a:stCxn id="56" idx="1"/>
          </p:cNvCxnSpPr>
          <p:nvPr/>
        </p:nvCxnSpPr>
        <p:spPr>
          <a:xfrm flipH="1">
            <a:off x="6576646" y="5601356"/>
            <a:ext cx="2334648" cy="638415"/>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6333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D379-E1DB-4CCE-97B2-E067ED71C331}"/>
              </a:ext>
            </a:extLst>
          </p:cNvPr>
          <p:cNvSpPr>
            <a:spLocks noGrp="1"/>
          </p:cNvSpPr>
          <p:nvPr>
            <p:ph type="title"/>
          </p:nvPr>
        </p:nvSpPr>
        <p:spPr/>
        <p:txBody>
          <a:bodyPr/>
          <a:lstStyle/>
          <a:p>
            <a:r>
              <a:rPr lang="en-US" dirty="0"/>
              <a:t>App GUI</a:t>
            </a:r>
          </a:p>
        </p:txBody>
      </p:sp>
      <p:sp>
        <p:nvSpPr>
          <p:cNvPr id="4" name="Footer Placeholder 3">
            <a:extLst>
              <a:ext uri="{FF2B5EF4-FFF2-40B4-BE49-F238E27FC236}">
                <a16:creationId xmlns:a16="http://schemas.microsoft.com/office/drawing/2014/main" id="{9A6BB401-2D1E-442C-A9ED-81C7DF769EC1}"/>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17A20CDA-D66D-4CC5-8AC6-BABE22764244}"/>
              </a:ext>
            </a:extLst>
          </p:cNvPr>
          <p:cNvSpPr>
            <a:spLocks noGrp="1"/>
          </p:cNvSpPr>
          <p:nvPr>
            <p:ph type="sldNum" sz="quarter" idx="16"/>
          </p:nvPr>
        </p:nvSpPr>
        <p:spPr/>
        <p:txBody>
          <a:bodyPr/>
          <a:lstStyle/>
          <a:p>
            <a:fld id="{4EBCDCBD-78E1-0D41-A999-31B5EBF8E02C}" type="slidenum">
              <a:rPr lang="en-US" smtClean="0"/>
              <a:pPr/>
              <a:t>4</a:t>
            </a:fld>
            <a:endParaRPr lang="en-US" dirty="0"/>
          </a:p>
        </p:txBody>
      </p:sp>
      <p:sp>
        <p:nvSpPr>
          <p:cNvPr id="6" name="Text Placeholder 5">
            <a:extLst>
              <a:ext uri="{FF2B5EF4-FFF2-40B4-BE49-F238E27FC236}">
                <a16:creationId xmlns:a16="http://schemas.microsoft.com/office/drawing/2014/main" id="{8AADEDA7-B735-42A4-AB77-BAFB20608FBC}"/>
              </a:ext>
            </a:extLst>
          </p:cNvPr>
          <p:cNvSpPr>
            <a:spLocks noGrp="1"/>
          </p:cNvSpPr>
          <p:nvPr>
            <p:ph type="body" sz="quarter" idx="17"/>
          </p:nvPr>
        </p:nvSpPr>
        <p:spPr/>
        <p:txBody>
          <a:bodyPr/>
          <a:lstStyle/>
          <a:p>
            <a:endParaRPr lang="en-US"/>
          </a:p>
        </p:txBody>
      </p:sp>
      <p:sp>
        <p:nvSpPr>
          <p:cNvPr id="7" name="Text Placeholder 6">
            <a:extLst>
              <a:ext uri="{FF2B5EF4-FFF2-40B4-BE49-F238E27FC236}">
                <a16:creationId xmlns:a16="http://schemas.microsoft.com/office/drawing/2014/main" id="{4D0AE687-660B-41EA-B748-ABD999D3F477}"/>
              </a:ext>
            </a:extLst>
          </p:cNvPr>
          <p:cNvSpPr>
            <a:spLocks noGrp="1"/>
          </p:cNvSpPr>
          <p:nvPr>
            <p:ph type="body" sz="quarter" idx="19"/>
          </p:nvPr>
        </p:nvSpPr>
        <p:spPr/>
        <p:txBody>
          <a:bodyPr/>
          <a:lstStyle/>
          <a:p>
            <a:endParaRPr lang="en-US"/>
          </a:p>
        </p:txBody>
      </p:sp>
      <p:sp>
        <p:nvSpPr>
          <p:cNvPr id="8" name="Text Placeholder 7">
            <a:extLst>
              <a:ext uri="{FF2B5EF4-FFF2-40B4-BE49-F238E27FC236}">
                <a16:creationId xmlns:a16="http://schemas.microsoft.com/office/drawing/2014/main" id="{4AE77777-C061-4263-9986-110E696ABFD6}"/>
              </a:ext>
            </a:extLst>
          </p:cNvPr>
          <p:cNvSpPr>
            <a:spLocks noGrp="1"/>
          </p:cNvSpPr>
          <p:nvPr>
            <p:ph type="body" sz="quarter" idx="20"/>
          </p:nvPr>
        </p:nvSpPr>
        <p:spPr/>
        <p:txBody>
          <a:bodyPr/>
          <a:lstStyle/>
          <a:p>
            <a:endParaRPr lang="en-US"/>
          </a:p>
        </p:txBody>
      </p:sp>
      <p:pic>
        <p:nvPicPr>
          <p:cNvPr id="10" name="Picture 9">
            <a:extLst>
              <a:ext uri="{FF2B5EF4-FFF2-40B4-BE49-F238E27FC236}">
                <a16:creationId xmlns:a16="http://schemas.microsoft.com/office/drawing/2014/main" id="{32FC7576-FBD7-4B27-AC62-CB051C7E5E43}"/>
              </a:ext>
            </a:extLst>
          </p:cNvPr>
          <p:cNvPicPr>
            <a:picLocks noChangeAspect="1"/>
          </p:cNvPicPr>
          <p:nvPr/>
        </p:nvPicPr>
        <p:blipFill rotWithShape="1">
          <a:blip r:embed="rId2"/>
          <a:srcRect l="145" t="545" r="521" b="456"/>
          <a:stretch/>
        </p:blipFill>
        <p:spPr>
          <a:xfrm>
            <a:off x="3989502" y="346158"/>
            <a:ext cx="4212996" cy="6093260"/>
          </a:xfrm>
          <a:prstGeom prst="rect">
            <a:avLst/>
          </a:prstGeom>
        </p:spPr>
      </p:pic>
      <p:sp>
        <p:nvSpPr>
          <p:cNvPr id="11" name="TextBox 10">
            <a:extLst>
              <a:ext uri="{FF2B5EF4-FFF2-40B4-BE49-F238E27FC236}">
                <a16:creationId xmlns:a16="http://schemas.microsoft.com/office/drawing/2014/main" id="{1F260806-44DC-42E7-A75A-C7A1F7744ECA}"/>
              </a:ext>
            </a:extLst>
          </p:cNvPr>
          <p:cNvSpPr txBox="1"/>
          <p:nvPr/>
        </p:nvSpPr>
        <p:spPr>
          <a:xfrm>
            <a:off x="980902" y="1806614"/>
            <a:ext cx="2168803" cy="919401"/>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Outputs added weight, new (total) weight, new CG coordinates, and new inertia tensor</a:t>
            </a:r>
            <a:endParaRPr lang="en-US" sz="1400" b="1" dirty="0"/>
          </a:p>
        </p:txBody>
      </p:sp>
      <p:sp>
        <p:nvSpPr>
          <p:cNvPr id="12" name="TextBox 11">
            <a:extLst>
              <a:ext uri="{FF2B5EF4-FFF2-40B4-BE49-F238E27FC236}">
                <a16:creationId xmlns:a16="http://schemas.microsoft.com/office/drawing/2014/main" id="{E2F77DC6-9672-4783-8D8D-C4787747EBB9}"/>
              </a:ext>
            </a:extLst>
          </p:cNvPr>
          <p:cNvSpPr txBox="1"/>
          <p:nvPr/>
        </p:nvSpPr>
        <p:spPr>
          <a:xfrm>
            <a:off x="980902" y="3186276"/>
            <a:ext cx="2168803" cy="715089"/>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3D plots the ballasting locations with the computed weights</a:t>
            </a:r>
            <a:endParaRPr lang="en-US" sz="1400" b="1" dirty="0"/>
          </a:p>
        </p:txBody>
      </p:sp>
      <p:sp>
        <p:nvSpPr>
          <p:cNvPr id="13" name="TextBox 12">
            <a:extLst>
              <a:ext uri="{FF2B5EF4-FFF2-40B4-BE49-F238E27FC236}">
                <a16:creationId xmlns:a16="http://schemas.microsoft.com/office/drawing/2014/main" id="{6EA62318-5C98-4B1D-9274-9F68C889F9F1}"/>
              </a:ext>
            </a:extLst>
          </p:cNvPr>
          <p:cNvSpPr txBox="1"/>
          <p:nvPr/>
        </p:nvSpPr>
        <p:spPr>
          <a:xfrm>
            <a:off x="980902" y="4658237"/>
            <a:ext cx="2168803" cy="919401"/>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Tabulates the computed weights with their respective ballasting locations</a:t>
            </a:r>
            <a:endParaRPr lang="en-US" sz="1400" b="1" dirty="0"/>
          </a:p>
        </p:txBody>
      </p:sp>
      <p:sp>
        <p:nvSpPr>
          <p:cNvPr id="15" name="TextBox 14">
            <a:extLst>
              <a:ext uri="{FF2B5EF4-FFF2-40B4-BE49-F238E27FC236}">
                <a16:creationId xmlns:a16="http://schemas.microsoft.com/office/drawing/2014/main" id="{49121D64-D58B-429A-80BA-D66D45A449F9}"/>
              </a:ext>
            </a:extLst>
          </p:cNvPr>
          <p:cNvSpPr txBox="1"/>
          <p:nvPr/>
        </p:nvSpPr>
        <p:spPr>
          <a:xfrm>
            <a:off x="980900" y="4070215"/>
            <a:ext cx="2168803" cy="510778"/>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Controls STL visualization and informs user of state</a:t>
            </a:r>
            <a:endParaRPr lang="en-US" sz="1400" b="1" dirty="0"/>
          </a:p>
        </p:txBody>
      </p:sp>
      <p:sp>
        <p:nvSpPr>
          <p:cNvPr id="16" name="TextBox 15">
            <a:extLst>
              <a:ext uri="{FF2B5EF4-FFF2-40B4-BE49-F238E27FC236}">
                <a16:creationId xmlns:a16="http://schemas.microsoft.com/office/drawing/2014/main" id="{349F6E7B-D0A0-4ACB-AEAE-C6C88CA777D1}"/>
              </a:ext>
            </a:extLst>
          </p:cNvPr>
          <p:cNvSpPr txBox="1"/>
          <p:nvPr/>
        </p:nvSpPr>
        <p:spPr>
          <a:xfrm>
            <a:off x="980902" y="1044614"/>
            <a:ext cx="2168803" cy="510778"/>
          </a:xfrm>
          <a:prstGeom prst="roundRect">
            <a:avLst/>
          </a:prstGeom>
          <a:ln>
            <a:solidFill>
              <a:srgbClr val="7030A0"/>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US" sz="1200" b="1" dirty="0"/>
              <a:t>Convergence/divergence indicator</a:t>
            </a:r>
            <a:endParaRPr lang="en-US" sz="1400" b="1" dirty="0"/>
          </a:p>
        </p:txBody>
      </p:sp>
      <p:cxnSp>
        <p:nvCxnSpPr>
          <p:cNvPr id="17" name="Straight Arrow Connector 16">
            <a:extLst>
              <a:ext uri="{FF2B5EF4-FFF2-40B4-BE49-F238E27FC236}">
                <a16:creationId xmlns:a16="http://schemas.microsoft.com/office/drawing/2014/main" id="{09E4AFC1-D156-4BE2-915A-E000A90EABED}"/>
              </a:ext>
            </a:extLst>
          </p:cNvPr>
          <p:cNvCxnSpPr>
            <a:cxnSpLocks/>
            <a:stCxn id="16" idx="3"/>
          </p:cNvCxnSpPr>
          <p:nvPr/>
        </p:nvCxnSpPr>
        <p:spPr>
          <a:xfrm flipV="1">
            <a:off x="3149705" y="1280362"/>
            <a:ext cx="1554180" cy="19641"/>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20" name="Straight Arrow Connector 19">
            <a:extLst>
              <a:ext uri="{FF2B5EF4-FFF2-40B4-BE49-F238E27FC236}">
                <a16:creationId xmlns:a16="http://schemas.microsoft.com/office/drawing/2014/main" id="{A86856E7-4076-4B1A-9542-F305BF03A14D}"/>
              </a:ext>
            </a:extLst>
          </p:cNvPr>
          <p:cNvCxnSpPr>
            <a:cxnSpLocks/>
            <a:stCxn id="11" idx="3"/>
            <a:endCxn id="33" idx="1"/>
          </p:cNvCxnSpPr>
          <p:nvPr/>
        </p:nvCxnSpPr>
        <p:spPr>
          <a:xfrm flipV="1">
            <a:off x="3149705" y="2220688"/>
            <a:ext cx="1492633" cy="45627"/>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5925907B-C5B2-4225-8DE0-AA2F24E79B7C}"/>
              </a:ext>
            </a:extLst>
          </p:cNvPr>
          <p:cNvCxnSpPr>
            <a:cxnSpLocks/>
            <a:stCxn id="12" idx="3"/>
          </p:cNvCxnSpPr>
          <p:nvPr/>
        </p:nvCxnSpPr>
        <p:spPr>
          <a:xfrm>
            <a:off x="3149705" y="3543821"/>
            <a:ext cx="1650895" cy="270383"/>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B96E1421-19FE-49F3-BFA9-FA5840841820}"/>
              </a:ext>
            </a:extLst>
          </p:cNvPr>
          <p:cNvCxnSpPr>
            <a:cxnSpLocks/>
            <a:stCxn id="15" idx="3"/>
          </p:cNvCxnSpPr>
          <p:nvPr/>
        </p:nvCxnSpPr>
        <p:spPr>
          <a:xfrm>
            <a:off x="3149703" y="4325604"/>
            <a:ext cx="2266359" cy="647434"/>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741CEA5B-E6BF-44A0-8F23-588C98933B1E}"/>
              </a:ext>
            </a:extLst>
          </p:cNvPr>
          <p:cNvCxnSpPr>
            <a:cxnSpLocks/>
            <a:stCxn id="13" idx="3"/>
          </p:cNvCxnSpPr>
          <p:nvPr/>
        </p:nvCxnSpPr>
        <p:spPr>
          <a:xfrm>
            <a:off x="3149705" y="5117938"/>
            <a:ext cx="1413503" cy="536944"/>
          </a:xfrm>
          <a:prstGeom prst="straightConnector1">
            <a:avLst/>
          </a:prstGeom>
          <a:ln w="38100">
            <a:solidFill>
              <a:srgbClr val="FF0000"/>
            </a:solidFill>
            <a:headEnd type="none" w="med" len="med"/>
            <a:tailEnd type="triangle" w="med" len="med"/>
          </a:ln>
        </p:spPr>
        <p:style>
          <a:lnRef idx="3">
            <a:schemeClr val="accent1"/>
          </a:lnRef>
          <a:fillRef idx="0">
            <a:schemeClr val="accent1"/>
          </a:fillRef>
          <a:effectRef idx="2">
            <a:schemeClr val="accent1"/>
          </a:effectRef>
          <a:fontRef idx="minor">
            <a:schemeClr val="tx1"/>
          </a:fontRef>
        </p:style>
      </p:cxnSp>
      <p:sp>
        <p:nvSpPr>
          <p:cNvPr id="33" name="Rounded Rectangle 44">
            <a:extLst>
              <a:ext uri="{FF2B5EF4-FFF2-40B4-BE49-F238E27FC236}">
                <a16:creationId xmlns:a16="http://schemas.microsoft.com/office/drawing/2014/main" id="{3EA6FD72-E619-4C31-8D60-EEB3C622F95E}"/>
              </a:ext>
            </a:extLst>
          </p:cNvPr>
          <p:cNvSpPr/>
          <p:nvPr/>
        </p:nvSpPr>
        <p:spPr>
          <a:xfrm>
            <a:off x="4642338" y="1418905"/>
            <a:ext cx="2935411" cy="1603566"/>
          </a:xfrm>
          <a:prstGeom prst="roundRect">
            <a:avLst>
              <a:gd name="adj" fmla="val 2104"/>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spTree>
    <p:extLst>
      <p:ext uri="{BB962C8B-B14F-4D97-AF65-F5344CB8AC3E}">
        <p14:creationId xmlns:p14="http://schemas.microsoft.com/office/powerpoint/2010/main" val="2363518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 Demo: Using the App </a:t>
            </a:r>
          </a:p>
        </p:txBody>
      </p:sp>
      <p:sp>
        <p:nvSpPr>
          <p:cNvPr id="3" name="Content Placeholder 2"/>
          <p:cNvSpPr>
            <a:spLocks noGrp="1"/>
          </p:cNvSpPr>
          <p:nvPr>
            <p:ph sz="quarter" idx="13"/>
          </p:nvPr>
        </p:nvSpPr>
        <p:spPr>
          <a:xfrm>
            <a:off x="952499" y="1179514"/>
            <a:ext cx="6004906" cy="5030786"/>
          </a:xfrm>
        </p:spPr>
        <p:txBody>
          <a:bodyPr>
            <a:normAutofit fontScale="92500" lnSpcReduction="20000"/>
          </a:bodyPr>
          <a:lstStyle/>
          <a:p>
            <a:pPr marL="0" indent="0">
              <a:buNone/>
            </a:pPr>
            <a:r>
              <a:rPr lang="en-US" dirty="0"/>
              <a:t>Tab 1: User Input</a:t>
            </a:r>
          </a:p>
          <a:p>
            <a:r>
              <a:rPr lang="en-US" dirty="0"/>
              <a:t>Step 1: Input current and desired mass properties</a:t>
            </a:r>
          </a:p>
          <a:p>
            <a:r>
              <a:rPr lang="en-US" dirty="0"/>
              <a:t>Step 2: Choose the solver algorithm</a:t>
            </a:r>
          </a:p>
          <a:p>
            <a:r>
              <a:rPr lang="en-US" dirty="0"/>
              <a:t>Step 3: Load in ballasting coordinates and their max weight from Excel sheet</a:t>
            </a:r>
          </a:p>
          <a:p>
            <a:pPr lvl="1"/>
            <a:r>
              <a:rPr lang="en-US" dirty="0"/>
              <a:t>Example spreadsheet:</a:t>
            </a:r>
          </a:p>
          <a:p>
            <a:pPr lvl="2"/>
            <a:r>
              <a:rPr lang="en-US" dirty="0"/>
              <a:t>Note the max weight column is the maximum weight that could be placed at that point</a:t>
            </a:r>
          </a:p>
          <a:p>
            <a:endParaRPr lang="en-US" dirty="0"/>
          </a:p>
          <a:p>
            <a:endParaRPr lang="en-US" dirty="0"/>
          </a:p>
          <a:p>
            <a:endParaRPr lang="en-US" dirty="0"/>
          </a:p>
          <a:p>
            <a:endParaRPr lang="en-US" dirty="0"/>
          </a:p>
          <a:p>
            <a:pPr marL="0" indent="0">
              <a:buNone/>
            </a:pPr>
            <a:endParaRPr lang="en-US" dirty="0"/>
          </a:p>
          <a:p>
            <a:r>
              <a:rPr lang="en-US" dirty="0"/>
              <a:t>Step 4: Hit calculate</a:t>
            </a:r>
          </a:p>
          <a:p>
            <a:r>
              <a:rPr lang="en-US" dirty="0"/>
              <a:t>Optional Steps: STL Visualization and Export Data</a:t>
            </a:r>
          </a:p>
          <a:p>
            <a:pPr marL="447675" lvl="1" indent="0">
              <a:buNone/>
            </a:pPr>
            <a:endParaRPr lang="en-US" dirty="0"/>
          </a:p>
        </p:txBody>
      </p:sp>
      <p:sp>
        <p:nvSpPr>
          <p:cNvPr id="4" name="Footer Placeholder 3"/>
          <p:cNvSpPr>
            <a:spLocks noGrp="1"/>
          </p:cNvSpPr>
          <p:nvPr>
            <p:ph type="ftr" sz="quarter" idx="15"/>
          </p:nvPr>
        </p:nvSpPr>
        <p:spPr/>
        <p:txBody>
          <a:bodyPr/>
          <a:lstStyle/>
          <a:p>
            <a:endParaRPr lang="en-US" dirty="0"/>
          </a:p>
        </p:txBody>
      </p:sp>
      <p:sp>
        <p:nvSpPr>
          <p:cNvPr id="5" name="Slide Number Placeholder 4"/>
          <p:cNvSpPr>
            <a:spLocks noGrp="1"/>
          </p:cNvSpPr>
          <p:nvPr>
            <p:ph type="sldNum" sz="quarter" idx="16"/>
          </p:nvPr>
        </p:nvSpPr>
        <p:spPr/>
        <p:txBody>
          <a:bodyPr/>
          <a:lstStyle/>
          <a:p>
            <a:fld id="{4EBCDCBD-78E1-0D41-A999-31B5EBF8E02C}" type="slidenum">
              <a:rPr lang="en-US" smtClean="0"/>
              <a:pPr/>
              <a:t>5</a:t>
            </a:fld>
            <a:endParaRPr lang="en-US" dirty="0"/>
          </a:p>
        </p:txBody>
      </p:sp>
      <p:sp>
        <p:nvSpPr>
          <p:cNvPr id="6" name="Text Placeholder 5"/>
          <p:cNvSpPr>
            <a:spLocks noGrp="1"/>
          </p:cNvSpPr>
          <p:nvPr>
            <p:ph type="body" sz="quarter" idx="17"/>
          </p:nvPr>
        </p:nvSpPr>
        <p:spPr/>
        <p:txBody>
          <a:bodyPr/>
          <a:lstStyle/>
          <a:p>
            <a:endParaRPr lang="en-US"/>
          </a:p>
        </p:txBody>
      </p:sp>
      <p:sp>
        <p:nvSpPr>
          <p:cNvPr id="7" name="Text Placeholder 6"/>
          <p:cNvSpPr>
            <a:spLocks noGrp="1"/>
          </p:cNvSpPr>
          <p:nvPr>
            <p:ph type="body" sz="quarter" idx="19"/>
          </p:nvPr>
        </p:nvSpPr>
        <p:spPr/>
        <p:txBody>
          <a:bodyPr/>
          <a:lstStyle/>
          <a:p>
            <a:r>
              <a:rPr lang="en-US" dirty="0"/>
              <a:t>CUI</a:t>
            </a:r>
          </a:p>
        </p:txBody>
      </p:sp>
      <p:sp>
        <p:nvSpPr>
          <p:cNvPr id="8" name="Text Placeholder 7"/>
          <p:cNvSpPr>
            <a:spLocks noGrp="1"/>
          </p:cNvSpPr>
          <p:nvPr>
            <p:ph type="body" sz="quarter" idx="20"/>
          </p:nvPr>
        </p:nvSpPr>
        <p:spPr/>
        <p:txBody>
          <a:bodyPr/>
          <a:lstStyle/>
          <a:p>
            <a:r>
              <a:rPr lang="en-US" dirty="0"/>
              <a:t>CUI</a:t>
            </a:r>
          </a:p>
        </p:txBody>
      </p:sp>
      <p:pic>
        <p:nvPicPr>
          <p:cNvPr id="16" name="Picture 15">
            <a:extLst>
              <a:ext uri="{FF2B5EF4-FFF2-40B4-BE49-F238E27FC236}">
                <a16:creationId xmlns:a16="http://schemas.microsoft.com/office/drawing/2014/main" id="{724C14A5-E046-4B44-BBC5-2D6AABC0136B}"/>
              </a:ext>
            </a:extLst>
          </p:cNvPr>
          <p:cNvPicPr>
            <a:picLocks noChangeAspect="1"/>
          </p:cNvPicPr>
          <p:nvPr/>
        </p:nvPicPr>
        <p:blipFill rotWithShape="1">
          <a:blip r:embed="rId2"/>
          <a:srcRect t="1694" r="57723" b="62532"/>
          <a:stretch/>
        </p:blipFill>
        <p:spPr>
          <a:xfrm>
            <a:off x="4564127" y="3173661"/>
            <a:ext cx="2815915" cy="2453388"/>
          </a:xfrm>
          <a:prstGeom prst="rect">
            <a:avLst/>
          </a:prstGeom>
        </p:spPr>
      </p:pic>
      <p:pic>
        <p:nvPicPr>
          <p:cNvPr id="13" name="Picture 12">
            <a:extLst>
              <a:ext uri="{FF2B5EF4-FFF2-40B4-BE49-F238E27FC236}">
                <a16:creationId xmlns:a16="http://schemas.microsoft.com/office/drawing/2014/main" id="{09993018-1778-4905-A22B-88446EE1F20C}"/>
              </a:ext>
            </a:extLst>
          </p:cNvPr>
          <p:cNvPicPr>
            <a:picLocks noChangeAspect="1"/>
          </p:cNvPicPr>
          <p:nvPr/>
        </p:nvPicPr>
        <p:blipFill rotWithShape="1">
          <a:blip r:embed="rId3"/>
          <a:srcRect l="364" t="213" r="399" b="333"/>
          <a:stretch/>
        </p:blipFill>
        <p:spPr>
          <a:xfrm>
            <a:off x="7521804" y="361870"/>
            <a:ext cx="4212996" cy="6121360"/>
          </a:xfrm>
          <a:prstGeom prst="rect">
            <a:avLst/>
          </a:prstGeom>
        </p:spPr>
      </p:pic>
    </p:spTree>
    <p:extLst>
      <p:ext uri="{BB962C8B-B14F-4D97-AF65-F5344CB8AC3E}">
        <p14:creationId xmlns:p14="http://schemas.microsoft.com/office/powerpoint/2010/main" val="2319541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 Demo: Results</a:t>
            </a:r>
          </a:p>
        </p:txBody>
      </p:sp>
      <p:sp>
        <p:nvSpPr>
          <p:cNvPr id="3" name="Content Placeholder 2"/>
          <p:cNvSpPr>
            <a:spLocks noGrp="1"/>
          </p:cNvSpPr>
          <p:nvPr>
            <p:ph sz="quarter" idx="13"/>
          </p:nvPr>
        </p:nvSpPr>
        <p:spPr>
          <a:xfrm>
            <a:off x="952499" y="1179514"/>
            <a:ext cx="6410326" cy="5030786"/>
          </a:xfrm>
        </p:spPr>
        <p:txBody>
          <a:bodyPr>
            <a:normAutofit/>
          </a:bodyPr>
          <a:lstStyle/>
          <a:p>
            <a:endParaRPr lang="en-US" dirty="0"/>
          </a:p>
          <a:p>
            <a:pPr marL="447675" lvl="1" indent="0">
              <a:buNone/>
            </a:pPr>
            <a:endParaRPr lang="en-US" dirty="0"/>
          </a:p>
        </p:txBody>
      </p:sp>
      <p:sp>
        <p:nvSpPr>
          <p:cNvPr id="4" name="Footer Placeholder 3"/>
          <p:cNvSpPr>
            <a:spLocks noGrp="1"/>
          </p:cNvSpPr>
          <p:nvPr>
            <p:ph type="ftr" sz="quarter" idx="15"/>
          </p:nvPr>
        </p:nvSpPr>
        <p:spPr/>
        <p:txBody>
          <a:bodyPr/>
          <a:lstStyle/>
          <a:p>
            <a:endParaRPr lang="en-US" dirty="0"/>
          </a:p>
        </p:txBody>
      </p:sp>
      <p:sp>
        <p:nvSpPr>
          <p:cNvPr id="5" name="Slide Number Placeholder 4"/>
          <p:cNvSpPr>
            <a:spLocks noGrp="1"/>
          </p:cNvSpPr>
          <p:nvPr>
            <p:ph type="sldNum" sz="quarter" idx="16"/>
          </p:nvPr>
        </p:nvSpPr>
        <p:spPr/>
        <p:txBody>
          <a:bodyPr/>
          <a:lstStyle/>
          <a:p>
            <a:fld id="{4EBCDCBD-78E1-0D41-A999-31B5EBF8E02C}" type="slidenum">
              <a:rPr lang="en-US" smtClean="0"/>
              <a:pPr/>
              <a:t>6</a:t>
            </a:fld>
            <a:endParaRPr lang="en-US" dirty="0"/>
          </a:p>
        </p:txBody>
      </p:sp>
      <p:sp>
        <p:nvSpPr>
          <p:cNvPr id="6" name="Text Placeholder 5"/>
          <p:cNvSpPr>
            <a:spLocks noGrp="1"/>
          </p:cNvSpPr>
          <p:nvPr>
            <p:ph type="body" sz="quarter" idx="17"/>
          </p:nvPr>
        </p:nvSpPr>
        <p:spPr/>
        <p:txBody>
          <a:bodyPr/>
          <a:lstStyle/>
          <a:p>
            <a:endParaRPr lang="en-US"/>
          </a:p>
        </p:txBody>
      </p:sp>
      <p:sp>
        <p:nvSpPr>
          <p:cNvPr id="7" name="Text Placeholder 6"/>
          <p:cNvSpPr>
            <a:spLocks noGrp="1"/>
          </p:cNvSpPr>
          <p:nvPr>
            <p:ph type="body" sz="quarter" idx="19"/>
          </p:nvPr>
        </p:nvSpPr>
        <p:spPr/>
        <p:txBody>
          <a:bodyPr/>
          <a:lstStyle/>
          <a:p>
            <a:r>
              <a:rPr lang="en-US" dirty="0"/>
              <a:t>CUI</a:t>
            </a:r>
          </a:p>
        </p:txBody>
      </p:sp>
      <p:sp>
        <p:nvSpPr>
          <p:cNvPr id="8" name="Text Placeholder 7"/>
          <p:cNvSpPr>
            <a:spLocks noGrp="1"/>
          </p:cNvSpPr>
          <p:nvPr>
            <p:ph type="body" sz="quarter" idx="20"/>
          </p:nvPr>
        </p:nvSpPr>
        <p:spPr/>
        <p:txBody>
          <a:bodyPr/>
          <a:lstStyle/>
          <a:p>
            <a:r>
              <a:rPr lang="en-US" dirty="0"/>
              <a:t>CUI</a:t>
            </a:r>
          </a:p>
        </p:txBody>
      </p:sp>
      <p:sp>
        <p:nvSpPr>
          <p:cNvPr id="12" name="Content Placeholder 2"/>
          <p:cNvSpPr txBox="1">
            <a:spLocks/>
          </p:cNvSpPr>
          <p:nvPr/>
        </p:nvSpPr>
        <p:spPr>
          <a:xfrm>
            <a:off x="952499" y="1179514"/>
            <a:ext cx="5052647" cy="503078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en-US" dirty="0"/>
              <a:t>Tab 2: Outputs and Visualization</a:t>
            </a:r>
          </a:p>
          <a:p>
            <a:r>
              <a:rPr lang="en-US" dirty="0"/>
              <a:t>Informs the user that the solution converges</a:t>
            </a:r>
          </a:p>
          <a:p>
            <a:r>
              <a:rPr lang="en-US" dirty="0"/>
              <a:t>Outputs new CG, new weight, and new inertia tensor</a:t>
            </a:r>
          </a:p>
          <a:p>
            <a:r>
              <a:rPr lang="en-US" dirty="0"/>
              <a:t>3D plots the ballast weights at their respective coordinates</a:t>
            </a:r>
          </a:p>
          <a:p>
            <a:r>
              <a:rPr lang="en-US" dirty="0"/>
              <a:t>Tabulates the ballast weights at their respective coordinates</a:t>
            </a:r>
          </a:p>
          <a:p>
            <a:pPr marL="0" indent="0">
              <a:buNone/>
            </a:pPr>
            <a:endParaRPr lang="en-US" dirty="0"/>
          </a:p>
        </p:txBody>
      </p:sp>
      <p:pic>
        <p:nvPicPr>
          <p:cNvPr id="13" name="Picture 12">
            <a:extLst>
              <a:ext uri="{FF2B5EF4-FFF2-40B4-BE49-F238E27FC236}">
                <a16:creationId xmlns:a16="http://schemas.microsoft.com/office/drawing/2014/main" id="{77D3A831-9738-4DCC-9522-9A590B8166B3}"/>
              </a:ext>
            </a:extLst>
          </p:cNvPr>
          <p:cNvPicPr>
            <a:picLocks noChangeAspect="1"/>
          </p:cNvPicPr>
          <p:nvPr/>
        </p:nvPicPr>
        <p:blipFill rotWithShape="1">
          <a:blip r:embed="rId2"/>
          <a:srcRect l="145" t="545" r="521" b="456"/>
          <a:stretch/>
        </p:blipFill>
        <p:spPr>
          <a:xfrm>
            <a:off x="7521804" y="374770"/>
            <a:ext cx="4212996" cy="6093260"/>
          </a:xfrm>
          <a:prstGeom prst="rect">
            <a:avLst/>
          </a:prstGeom>
        </p:spPr>
      </p:pic>
    </p:spTree>
    <p:extLst>
      <p:ext uri="{BB962C8B-B14F-4D97-AF65-F5344CB8AC3E}">
        <p14:creationId xmlns:p14="http://schemas.microsoft.com/office/powerpoint/2010/main" val="4068927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 Demo: Optional Results</a:t>
            </a:r>
          </a:p>
        </p:txBody>
      </p:sp>
      <p:sp>
        <p:nvSpPr>
          <p:cNvPr id="3" name="Content Placeholder 2"/>
          <p:cNvSpPr>
            <a:spLocks noGrp="1"/>
          </p:cNvSpPr>
          <p:nvPr>
            <p:ph sz="quarter" idx="13"/>
          </p:nvPr>
        </p:nvSpPr>
        <p:spPr>
          <a:xfrm>
            <a:off x="952499" y="1179514"/>
            <a:ext cx="6410326" cy="5030786"/>
          </a:xfrm>
        </p:spPr>
        <p:txBody>
          <a:bodyPr>
            <a:normAutofit/>
          </a:bodyPr>
          <a:lstStyle/>
          <a:p>
            <a:endParaRPr lang="en-US" dirty="0"/>
          </a:p>
          <a:p>
            <a:pPr marL="447675" lvl="1" indent="0">
              <a:buNone/>
            </a:pPr>
            <a:endParaRPr lang="en-US" dirty="0"/>
          </a:p>
        </p:txBody>
      </p:sp>
      <p:sp>
        <p:nvSpPr>
          <p:cNvPr id="4" name="Footer Placeholder 3"/>
          <p:cNvSpPr>
            <a:spLocks noGrp="1"/>
          </p:cNvSpPr>
          <p:nvPr>
            <p:ph type="ftr" sz="quarter" idx="15"/>
          </p:nvPr>
        </p:nvSpPr>
        <p:spPr/>
        <p:txBody>
          <a:bodyPr/>
          <a:lstStyle/>
          <a:p>
            <a:endParaRPr lang="en-US" dirty="0"/>
          </a:p>
        </p:txBody>
      </p:sp>
      <p:sp>
        <p:nvSpPr>
          <p:cNvPr id="5" name="Slide Number Placeholder 4"/>
          <p:cNvSpPr>
            <a:spLocks noGrp="1"/>
          </p:cNvSpPr>
          <p:nvPr>
            <p:ph type="sldNum" sz="quarter" idx="16"/>
          </p:nvPr>
        </p:nvSpPr>
        <p:spPr/>
        <p:txBody>
          <a:bodyPr/>
          <a:lstStyle/>
          <a:p>
            <a:fld id="{4EBCDCBD-78E1-0D41-A999-31B5EBF8E02C}" type="slidenum">
              <a:rPr lang="en-US" smtClean="0"/>
              <a:pPr/>
              <a:t>7</a:t>
            </a:fld>
            <a:endParaRPr lang="en-US" dirty="0"/>
          </a:p>
        </p:txBody>
      </p:sp>
      <p:sp>
        <p:nvSpPr>
          <p:cNvPr id="6" name="Text Placeholder 5"/>
          <p:cNvSpPr>
            <a:spLocks noGrp="1"/>
          </p:cNvSpPr>
          <p:nvPr>
            <p:ph type="body" sz="quarter" idx="17"/>
          </p:nvPr>
        </p:nvSpPr>
        <p:spPr/>
        <p:txBody>
          <a:bodyPr/>
          <a:lstStyle/>
          <a:p>
            <a:endParaRPr lang="en-US"/>
          </a:p>
        </p:txBody>
      </p:sp>
      <p:sp>
        <p:nvSpPr>
          <p:cNvPr id="7" name="Text Placeholder 6"/>
          <p:cNvSpPr>
            <a:spLocks noGrp="1"/>
          </p:cNvSpPr>
          <p:nvPr>
            <p:ph type="body" sz="quarter" idx="19"/>
          </p:nvPr>
        </p:nvSpPr>
        <p:spPr/>
        <p:txBody>
          <a:bodyPr/>
          <a:lstStyle/>
          <a:p>
            <a:r>
              <a:rPr lang="en-US" dirty="0"/>
              <a:t>CUI</a:t>
            </a:r>
          </a:p>
        </p:txBody>
      </p:sp>
      <p:sp>
        <p:nvSpPr>
          <p:cNvPr id="8" name="Text Placeholder 7"/>
          <p:cNvSpPr>
            <a:spLocks noGrp="1"/>
          </p:cNvSpPr>
          <p:nvPr>
            <p:ph type="body" sz="quarter" idx="20"/>
          </p:nvPr>
        </p:nvSpPr>
        <p:spPr/>
        <p:txBody>
          <a:bodyPr/>
          <a:lstStyle/>
          <a:p>
            <a:r>
              <a:rPr lang="en-US" dirty="0"/>
              <a:t>CUI</a:t>
            </a:r>
          </a:p>
        </p:txBody>
      </p:sp>
      <p:sp>
        <p:nvSpPr>
          <p:cNvPr id="12" name="Content Placeholder 2"/>
          <p:cNvSpPr txBox="1">
            <a:spLocks/>
          </p:cNvSpPr>
          <p:nvPr/>
        </p:nvSpPr>
        <p:spPr>
          <a:xfrm>
            <a:off x="952499" y="1179514"/>
            <a:ext cx="6410326" cy="503078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If the STL visualization checkbox is marked, the user can upload an STL file and the weights at their respective coordinates will be plotted on the STL file in a separate MATLAB figure</a:t>
            </a:r>
          </a:p>
          <a:p>
            <a:r>
              <a:rPr lang="en-US" dirty="0"/>
              <a:t>If the Export Data switch is turned on, all of the numerical outputs will be exported into an Excel sheet in the user’s current working directory and the ballasting visualizations will be saved as a jpeg</a:t>
            </a:r>
          </a:p>
          <a:p>
            <a:pPr lvl="1"/>
            <a:r>
              <a:rPr lang="en-US" dirty="0"/>
              <a:t>The STL visualization figure will be saved as a MATLAB figure</a:t>
            </a:r>
          </a:p>
        </p:txBody>
      </p:sp>
      <p:pic>
        <p:nvPicPr>
          <p:cNvPr id="10" name="Picture 9"/>
          <p:cNvPicPr>
            <a:picLocks noChangeAspect="1"/>
          </p:cNvPicPr>
          <p:nvPr/>
        </p:nvPicPr>
        <p:blipFill>
          <a:blip r:embed="rId2"/>
          <a:stretch>
            <a:fillRect/>
          </a:stretch>
        </p:blipFill>
        <p:spPr>
          <a:xfrm>
            <a:off x="7614458" y="1192881"/>
            <a:ext cx="4142904" cy="3742695"/>
          </a:xfrm>
          <a:prstGeom prst="rect">
            <a:avLst/>
          </a:prstGeom>
        </p:spPr>
      </p:pic>
      <p:pic>
        <p:nvPicPr>
          <p:cNvPr id="11" name="Picture 10"/>
          <p:cNvPicPr>
            <a:picLocks noChangeAspect="1"/>
          </p:cNvPicPr>
          <p:nvPr/>
        </p:nvPicPr>
        <p:blipFill>
          <a:blip r:embed="rId3"/>
          <a:stretch>
            <a:fillRect/>
          </a:stretch>
        </p:blipFill>
        <p:spPr>
          <a:xfrm>
            <a:off x="2198435" y="4195978"/>
            <a:ext cx="4010585" cy="1933845"/>
          </a:xfrm>
          <a:prstGeom prst="rect">
            <a:avLst/>
          </a:prstGeom>
        </p:spPr>
      </p:pic>
      <p:sp>
        <p:nvSpPr>
          <p:cNvPr id="14" name="Rounded Rectangle 13"/>
          <p:cNvSpPr/>
          <p:nvPr/>
        </p:nvSpPr>
        <p:spPr>
          <a:xfrm>
            <a:off x="2288215" y="4755577"/>
            <a:ext cx="2415576" cy="68580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spTree>
    <p:extLst>
      <p:ext uri="{BB962C8B-B14F-4D97-AF65-F5344CB8AC3E}">
        <p14:creationId xmlns:p14="http://schemas.microsoft.com/office/powerpoint/2010/main" val="1181126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 Demo: Optional Results</a:t>
            </a:r>
          </a:p>
        </p:txBody>
      </p:sp>
      <p:sp>
        <p:nvSpPr>
          <p:cNvPr id="3" name="Content Placeholder 2"/>
          <p:cNvSpPr>
            <a:spLocks noGrp="1"/>
          </p:cNvSpPr>
          <p:nvPr>
            <p:ph sz="quarter" idx="13"/>
          </p:nvPr>
        </p:nvSpPr>
        <p:spPr>
          <a:xfrm>
            <a:off x="952499" y="1179514"/>
            <a:ext cx="6410326" cy="5030786"/>
          </a:xfrm>
        </p:spPr>
        <p:txBody>
          <a:bodyPr>
            <a:normAutofit/>
          </a:bodyPr>
          <a:lstStyle/>
          <a:p>
            <a:endParaRPr lang="en-US" dirty="0"/>
          </a:p>
          <a:p>
            <a:pPr marL="447675" lvl="1" indent="0">
              <a:buNone/>
            </a:pPr>
            <a:endParaRPr lang="en-US" dirty="0"/>
          </a:p>
        </p:txBody>
      </p:sp>
      <p:sp>
        <p:nvSpPr>
          <p:cNvPr id="4" name="Footer Placeholder 3"/>
          <p:cNvSpPr>
            <a:spLocks noGrp="1"/>
          </p:cNvSpPr>
          <p:nvPr>
            <p:ph type="ftr" sz="quarter" idx="15"/>
          </p:nvPr>
        </p:nvSpPr>
        <p:spPr/>
        <p:txBody>
          <a:bodyPr/>
          <a:lstStyle/>
          <a:p>
            <a:endParaRPr lang="en-US" dirty="0"/>
          </a:p>
        </p:txBody>
      </p:sp>
      <p:sp>
        <p:nvSpPr>
          <p:cNvPr id="5" name="Slide Number Placeholder 4"/>
          <p:cNvSpPr>
            <a:spLocks noGrp="1"/>
          </p:cNvSpPr>
          <p:nvPr>
            <p:ph type="sldNum" sz="quarter" idx="16"/>
          </p:nvPr>
        </p:nvSpPr>
        <p:spPr/>
        <p:txBody>
          <a:bodyPr/>
          <a:lstStyle/>
          <a:p>
            <a:fld id="{4EBCDCBD-78E1-0D41-A999-31B5EBF8E02C}" type="slidenum">
              <a:rPr lang="en-US" smtClean="0"/>
              <a:pPr/>
              <a:t>8</a:t>
            </a:fld>
            <a:endParaRPr lang="en-US" dirty="0"/>
          </a:p>
        </p:txBody>
      </p:sp>
      <p:sp>
        <p:nvSpPr>
          <p:cNvPr id="6" name="Text Placeholder 5"/>
          <p:cNvSpPr>
            <a:spLocks noGrp="1"/>
          </p:cNvSpPr>
          <p:nvPr>
            <p:ph type="body" sz="quarter" idx="17"/>
          </p:nvPr>
        </p:nvSpPr>
        <p:spPr/>
        <p:txBody>
          <a:bodyPr/>
          <a:lstStyle/>
          <a:p>
            <a:endParaRPr lang="en-US"/>
          </a:p>
        </p:txBody>
      </p:sp>
      <p:sp>
        <p:nvSpPr>
          <p:cNvPr id="7" name="Text Placeholder 6"/>
          <p:cNvSpPr>
            <a:spLocks noGrp="1"/>
          </p:cNvSpPr>
          <p:nvPr>
            <p:ph type="body" sz="quarter" idx="19"/>
          </p:nvPr>
        </p:nvSpPr>
        <p:spPr/>
        <p:txBody>
          <a:bodyPr/>
          <a:lstStyle/>
          <a:p>
            <a:r>
              <a:rPr lang="en-US" dirty="0"/>
              <a:t>CUI</a:t>
            </a:r>
          </a:p>
        </p:txBody>
      </p:sp>
      <p:sp>
        <p:nvSpPr>
          <p:cNvPr id="8" name="Text Placeholder 7"/>
          <p:cNvSpPr>
            <a:spLocks noGrp="1"/>
          </p:cNvSpPr>
          <p:nvPr>
            <p:ph type="body" sz="quarter" idx="20"/>
          </p:nvPr>
        </p:nvSpPr>
        <p:spPr/>
        <p:txBody>
          <a:bodyPr/>
          <a:lstStyle/>
          <a:p>
            <a:r>
              <a:rPr lang="en-US" dirty="0"/>
              <a:t>CUI</a:t>
            </a:r>
          </a:p>
        </p:txBody>
      </p:sp>
      <p:sp>
        <p:nvSpPr>
          <p:cNvPr id="12" name="Content Placeholder 2"/>
          <p:cNvSpPr txBox="1">
            <a:spLocks/>
          </p:cNvSpPr>
          <p:nvPr/>
        </p:nvSpPr>
        <p:spPr>
          <a:xfrm>
            <a:off x="952499" y="1179514"/>
            <a:ext cx="6410326" cy="5030786"/>
          </a:xfrm>
          <a:prstGeom prst="rect">
            <a:avLst/>
          </a:prstGeom>
        </p:spPr>
        <p:txBody>
          <a:bodyPr vert="horz" lIns="0" tIns="0" rIns="0" bIns="0" rtlCol="0">
            <a:normAutofit/>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If the STL visualization checkbox is marked, the user can upload an STL file and the weights at their respective coordinates will be plotted on the STL file in a separate MATLAB figure</a:t>
            </a:r>
          </a:p>
          <a:p>
            <a:r>
              <a:rPr lang="en-US" dirty="0"/>
              <a:t>If the Export Data switch is turned on, all of the numerical outputs will be exported into an Excel sheet in the user’s current working directory and the ballasting visualizations will be saved as a jpeg</a:t>
            </a:r>
          </a:p>
          <a:p>
            <a:pPr lvl="1"/>
            <a:r>
              <a:rPr lang="en-US" dirty="0"/>
              <a:t>The STL visualization figure will be saved as a MATLAB figure</a:t>
            </a:r>
          </a:p>
        </p:txBody>
      </p:sp>
      <p:pic>
        <p:nvPicPr>
          <p:cNvPr id="10" name="Picture 9"/>
          <p:cNvPicPr>
            <a:picLocks noChangeAspect="1"/>
          </p:cNvPicPr>
          <p:nvPr/>
        </p:nvPicPr>
        <p:blipFill>
          <a:blip r:embed="rId2"/>
          <a:stretch>
            <a:fillRect/>
          </a:stretch>
        </p:blipFill>
        <p:spPr>
          <a:xfrm>
            <a:off x="7614458" y="1192881"/>
            <a:ext cx="4142904" cy="3742695"/>
          </a:xfrm>
          <a:prstGeom prst="rect">
            <a:avLst/>
          </a:prstGeom>
        </p:spPr>
      </p:pic>
      <p:pic>
        <p:nvPicPr>
          <p:cNvPr id="11" name="Picture 10"/>
          <p:cNvPicPr>
            <a:picLocks noChangeAspect="1"/>
          </p:cNvPicPr>
          <p:nvPr/>
        </p:nvPicPr>
        <p:blipFill>
          <a:blip r:embed="rId3"/>
          <a:stretch>
            <a:fillRect/>
          </a:stretch>
        </p:blipFill>
        <p:spPr>
          <a:xfrm>
            <a:off x="2198435" y="4195978"/>
            <a:ext cx="4010585" cy="1933845"/>
          </a:xfrm>
          <a:prstGeom prst="rect">
            <a:avLst/>
          </a:prstGeom>
        </p:spPr>
      </p:pic>
      <p:sp>
        <p:nvSpPr>
          <p:cNvPr id="14" name="Rounded Rectangle 13"/>
          <p:cNvSpPr/>
          <p:nvPr/>
        </p:nvSpPr>
        <p:spPr>
          <a:xfrm>
            <a:off x="2288215" y="4755577"/>
            <a:ext cx="2415576" cy="685800"/>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spTree>
    <p:extLst>
      <p:ext uri="{BB962C8B-B14F-4D97-AF65-F5344CB8AC3E}">
        <p14:creationId xmlns:p14="http://schemas.microsoft.com/office/powerpoint/2010/main" val="3231502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799" y="2324100"/>
            <a:ext cx="10840915" cy="1572399"/>
          </a:xfrm>
        </p:spPr>
        <p:txBody>
          <a:bodyPr/>
          <a:lstStyle/>
          <a:p>
            <a:r>
              <a:rPr lang="en-US" dirty="0"/>
              <a:t>Changes From the Base Code</a:t>
            </a:r>
          </a:p>
        </p:txBody>
      </p:sp>
    </p:spTree>
    <p:extLst>
      <p:ext uri="{BB962C8B-B14F-4D97-AF65-F5344CB8AC3E}">
        <p14:creationId xmlns:p14="http://schemas.microsoft.com/office/powerpoint/2010/main" val="2481321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Changes from Base Code</a:t>
            </a:r>
          </a:p>
        </p:txBody>
      </p:sp>
      <p:sp>
        <p:nvSpPr>
          <p:cNvPr id="3" name="Content Placeholder 2"/>
          <p:cNvSpPr>
            <a:spLocks noGrp="1"/>
          </p:cNvSpPr>
          <p:nvPr>
            <p:ph sz="quarter" idx="13"/>
          </p:nvPr>
        </p:nvSpPr>
        <p:spPr>
          <a:xfrm>
            <a:off x="952500" y="1181100"/>
            <a:ext cx="9772472" cy="5029200"/>
          </a:xfrm>
        </p:spPr>
        <p:txBody>
          <a:bodyPr/>
          <a:lstStyle/>
          <a:p>
            <a:r>
              <a:rPr lang="en-US" dirty="0"/>
              <a:t>MATLAB Optimizer app used to get ballast placements and weights doesn’t seem to work for Athena specific values</a:t>
            </a:r>
          </a:p>
          <a:p>
            <a:pPr lvl="1"/>
            <a:r>
              <a:rPr lang="en-US" dirty="0"/>
              <a:t>Outputs one far too massive weight</a:t>
            </a:r>
          </a:p>
          <a:p>
            <a:pPr lvl="1"/>
            <a:r>
              <a:rPr lang="en-US" dirty="0"/>
              <a:t>Places many small weights, so small they are insignificant</a:t>
            </a:r>
          </a:p>
          <a:p>
            <a:pPr lvl="1"/>
            <a:r>
              <a:rPr lang="en-US" dirty="0"/>
              <a:t>Can’t take into account different types of ballast</a:t>
            </a:r>
          </a:p>
          <a:p>
            <a:pPr lvl="2"/>
            <a:r>
              <a:rPr lang="en-US" dirty="0"/>
              <a:t>Some areas can take up to 20lbs where as others can only be .135lbs</a:t>
            </a:r>
          </a:p>
          <a:p>
            <a:pPr lvl="1"/>
            <a:r>
              <a:rPr lang="en-US" dirty="0"/>
              <a:t>Doesn’t converge</a:t>
            </a:r>
          </a:p>
          <a:p>
            <a:pPr lvl="1"/>
            <a:r>
              <a:rPr lang="en-US" dirty="0"/>
              <a:t>Doesn’t display convergence correctly</a:t>
            </a:r>
          </a:p>
          <a:p>
            <a:pPr lvl="2"/>
            <a:r>
              <a:rPr lang="en-US" dirty="0"/>
              <a:t>States non-convergent due to floating point error</a:t>
            </a:r>
          </a:p>
        </p:txBody>
      </p:sp>
      <p:sp>
        <p:nvSpPr>
          <p:cNvPr id="4" name="Date Placeholder 3"/>
          <p:cNvSpPr>
            <a:spLocks noGrp="1"/>
          </p:cNvSpPr>
          <p:nvPr>
            <p:ph type="dt" sz="half" idx="14"/>
          </p:nvPr>
        </p:nvSpPr>
        <p:spPr/>
        <p:txBody>
          <a:bodyPr/>
          <a:lstStyle/>
          <a:p>
            <a:fld id="{BCEF0557-557E-4E05-A15C-E44F5A05222A}" type="datetime3">
              <a:rPr lang="en-US" smtClean="0"/>
              <a:t>15 August 2024</a:t>
            </a:fld>
            <a:endParaRPr lang="en-US" dirty="0"/>
          </a:p>
        </p:txBody>
      </p:sp>
      <p:sp>
        <p:nvSpPr>
          <p:cNvPr id="5" name="Footer Placeholder 4"/>
          <p:cNvSpPr>
            <a:spLocks noGrp="1"/>
          </p:cNvSpPr>
          <p:nvPr>
            <p:ph type="ftr" sz="quarter" idx="15"/>
          </p:nvPr>
        </p:nvSpPr>
        <p:spPr/>
        <p:txBody>
          <a:bodyPr/>
          <a:lstStyle/>
          <a:p>
            <a:endParaRPr lang="en-US" dirty="0"/>
          </a:p>
        </p:txBody>
      </p:sp>
      <p:sp>
        <p:nvSpPr>
          <p:cNvPr id="6" name="Slide Number Placeholder 5"/>
          <p:cNvSpPr>
            <a:spLocks noGrp="1"/>
          </p:cNvSpPr>
          <p:nvPr>
            <p:ph type="sldNum" sz="quarter" idx="16"/>
          </p:nvPr>
        </p:nvSpPr>
        <p:spPr/>
        <p:txBody>
          <a:bodyPr/>
          <a:lstStyle/>
          <a:p>
            <a:fld id="{4EBCDCBD-78E1-0D41-A999-31B5EBF8E02C}" type="slidenum">
              <a:rPr lang="en-US" smtClean="0"/>
              <a:pPr/>
              <a:t>10</a:t>
            </a:fld>
            <a:endParaRPr lang="en-US" dirty="0"/>
          </a:p>
        </p:txBody>
      </p:sp>
      <p:sp>
        <p:nvSpPr>
          <p:cNvPr id="7" name="Text Placeholder 14">
            <a:extLst>
              <a:ext uri="{FF2B5EF4-FFF2-40B4-BE49-F238E27FC236}">
                <a16:creationId xmlns:a16="http://schemas.microsoft.com/office/drawing/2014/main" id="{CF45B626-FF07-4798-BCB9-12447179B946}"/>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8" name="Text Placeholder 15">
            <a:extLst>
              <a:ext uri="{FF2B5EF4-FFF2-40B4-BE49-F238E27FC236}">
                <a16:creationId xmlns:a16="http://schemas.microsoft.com/office/drawing/2014/main" id="{B61D9BD9-7423-4436-9272-6651A5B2DA46}"/>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3558734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3EAFC46-E0C9-4F0E-98D5-EC94D6D11398}"/>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0477BF76-69B7-46D9-B07D-45CFC212EB31}"/>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F04217F1-1FD2-46B9-8586-DD504E0DF477}"/>
              </a:ext>
            </a:extLst>
          </p:cNvPr>
          <p:cNvSpPr>
            <a:spLocks noGrp="1"/>
          </p:cNvSpPr>
          <p:nvPr>
            <p:ph type="sldNum" sz="quarter" idx="16"/>
          </p:nvPr>
        </p:nvSpPr>
        <p:spPr/>
        <p:txBody>
          <a:bodyPr/>
          <a:lstStyle/>
          <a:p>
            <a:fld id="{4EBCDCBD-78E1-0D41-A999-31B5EBF8E02C}" type="slidenum">
              <a:rPr lang="en-US" smtClean="0"/>
              <a:pPr/>
              <a:t>11</a:t>
            </a:fld>
            <a:endParaRPr lang="en-US" dirty="0"/>
          </a:p>
        </p:txBody>
      </p:sp>
      <p:sp>
        <p:nvSpPr>
          <p:cNvPr id="7" name="Title 1">
            <a:extLst>
              <a:ext uri="{FF2B5EF4-FFF2-40B4-BE49-F238E27FC236}">
                <a16:creationId xmlns:a16="http://schemas.microsoft.com/office/drawing/2014/main" id="{CD98A371-B246-477F-A074-3389666255E6}"/>
              </a:ext>
            </a:extLst>
          </p:cNvPr>
          <p:cNvSpPr>
            <a:spLocks noGrp="1"/>
          </p:cNvSpPr>
          <p:nvPr>
            <p:ph type="title"/>
          </p:nvPr>
        </p:nvSpPr>
        <p:spPr>
          <a:xfrm>
            <a:off x="457200" y="419100"/>
            <a:ext cx="11277600" cy="762000"/>
          </a:xfrm>
        </p:spPr>
        <p:txBody>
          <a:bodyPr>
            <a:normAutofit/>
          </a:bodyPr>
          <a:lstStyle/>
          <a:p>
            <a:r>
              <a:rPr lang="en-US" dirty="0"/>
              <a:t>Large and Small Ballast Fix</a:t>
            </a:r>
          </a:p>
        </p:txBody>
      </p:sp>
      <p:grpSp>
        <p:nvGrpSpPr>
          <p:cNvPr id="17" name="Group 16">
            <a:extLst>
              <a:ext uri="{FF2B5EF4-FFF2-40B4-BE49-F238E27FC236}">
                <a16:creationId xmlns:a16="http://schemas.microsoft.com/office/drawing/2014/main" id="{1D4B6972-F625-46B9-BE5B-1EE7A751513F}"/>
              </a:ext>
            </a:extLst>
          </p:cNvPr>
          <p:cNvGrpSpPr/>
          <p:nvPr/>
        </p:nvGrpSpPr>
        <p:grpSpPr>
          <a:xfrm>
            <a:off x="501192" y="1181100"/>
            <a:ext cx="9322485" cy="1729510"/>
            <a:chOff x="457200" y="4502850"/>
            <a:chExt cx="9322485" cy="1729510"/>
          </a:xfrm>
        </p:grpSpPr>
        <p:pic>
          <p:nvPicPr>
            <p:cNvPr id="3" name="Picture 2">
              <a:extLst>
                <a:ext uri="{FF2B5EF4-FFF2-40B4-BE49-F238E27FC236}">
                  <a16:creationId xmlns:a16="http://schemas.microsoft.com/office/drawing/2014/main" id="{FCCB4D0F-F4E6-4B2A-8EAF-E2ACEA9DEF86}"/>
                </a:ext>
              </a:extLst>
            </p:cNvPr>
            <p:cNvPicPr>
              <a:picLocks noChangeAspect="1"/>
            </p:cNvPicPr>
            <p:nvPr/>
          </p:nvPicPr>
          <p:blipFill rotWithShape="1">
            <a:blip r:embed="rId3"/>
            <a:srcRect l="11037" t="41465" r="53114" b="41683"/>
            <a:stretch/>
          </p:blipFill>
          <p:spPr>
            <a:xfrm>
              <a:off x="457200" y="4502850"/>
              <a:ext cx="6371468" cy="1729510"/>
            </a:xfrm>
            <a:prstGeom prst="rect">
              <a:avLst/>
            </a:prstGeom>
            <a:ln>
              <a:solidFill>
                <a:schemeClr val="tx1"/>
              </a:solidFill>
            </a:ln>
          </p:spPr>
        </p:pic>
        <p:sp>
          <p:nvSpPr>
            <p:cNvPr id="8" name="Rectangle 7">
              <a:extLst>
                <a:ext uri="{FF2B5EF4-FFF2-40B4-BE49-F238E27FC236}">
                  <a16:creationId xmlns:a16="http://schemas.microsoft.com/office/drawing/2014/main" id="{8DF61C73-C5D3-4B61-AA91-A1D11804801D}"/>
                </a:ext>
              </a:extLst>
            </p:cNvPr>
            <p:cNvSpPr/>
            <p:nvPr/>
          </p:nvSpPr>
          <p:spPr>
            <a:xfrm>
              <a:off x="3315854" y="5788221"/>
              <a:ext cx="2244437" cy="303284"/>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85000" lnSpcReduction="20000"/>
            </a:bodyPr>
            <a:lstStyle/>
            <a:p>
              <a:pPr algn="ctr"/>
              <a:endParaRPr lang="en-US" sz="2000" dirty="0" err="1"/>
            </a:p>
          </p:txBody>
        </p:sp>
        <p:sp>
          <p:nvSpPr>
            <p:cNvPr id="9" name="TextBox 8">
              <a:extLst>
                <a:ext uri="{FF2B5EF4-FFF2-40B4-BE49-F238E27FC236}">
                  <a16:creationId xmlns:a16="http://schemas.microsoft.com/office/drawing/2014/main" id="{59CBC694-EA33-421D-9077-1D20B350491C}"/>
                </a:ext>
              </a:extLst>
            </p:cNvPr>
            <p:cNvSpPr txBox="1"/>
            <p:nvPr/>
          </p:nvSpPr>
          <p:spPr>
            <a:xfrm>
              <a:off x="7644540" y="4754664"/>
              <a:ext cx="2135145" cy="738664"/>
            </a:xfrm>
            <a:prstGeom prst="rect">
              <a:avLst/>
            </a:prstGeom>
            <a:noFill/>
            <a:ln w="19050">
              <a:solidFill>
                <a:schemeClr val="accent6"/>
              </a:solidFill>
            </a:ln>
          </p:spPr>
          <p:txBody>
            <a:bodyPr wrap="square" rtlCol="0">
              <a:spAutoFit/>
            </a:bodyPr>
            <a:lstStyle/>
            <a:p>
              <a:pPr algn="ctr"/>
              <a:r>
                <a:rPr lang="en-US" sz="1400" dirty="0"/>
                <a:t>Alter objective function to also minimize the value of largest weight</a:t>
              </a:r>
            </a:p>
          </p:txBody>
        </p:sp>
        <p:cxnSp>
          <p:nvCxnSpPr>
            <p:cNvPr id="12" name="Straight Arrow Connector 11">
              <a:extLst>
                <a:ext uri="{FF2B5EF4-FFF2-40B4-BE49-F238E27FC236}">
                  <a16:creationId xmlns:a16="http://schemas.microsoft.com/office/drawing/2014/main" id="{62C90051-BA59-4A63-803A-C20B3983CF76}"/>
                </a:ext>
              </a:extLst>
            </p:cNvPr>
            <p:cNvCxnSpPr>
              <a:cxnSpLocks/>
              <a:stCxn id="9" idx="1"/>
              <a:endCxn id="8" idx="3"/>
            </p:cNvCxnSpPr>
            <p:nvPr/>
          </p:nvCxnSpPr>
          <p:spPr>
            <a:xfrm flipH="1">
              <a:off x="5560291" y="5123996"/>
              <a:ext cx="2084249" cy="81586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grpSp>
      <p:pic>
        <p:nvPicPr>
          <p:cNvPr id="16" name="Picture 15">
            <a:extLst>
              <a:ext uri="{FF2B5EF4-FFF2-40B4-BE49-F238E27FC236}">
                <a16:creationId xmlns:a16="http://schemas.microsoft.com/office/drawing/2014/main" id="{8C2DB117-6F7B-47D1-A3AE-D140B0D76200}"/>
              </a:ext>
            </a:extLst>
          </p:cNvPr>
          <p:cNvPicPr>
            <a:picLocks noChangeAspect="1"/>
          </p:cNvPicPr>
          <p:nvPr/>
        </p:nvPicPr>
        <p:blipFill rotWithShape="1">
          <a:blip r:embed="rId4"/>
          <a:srcRect l="12776" t="47811" r="47355" b="26061"/>
          <a:stretch/>
        </p:blipFill>
        <p:spPr>
          <a:xfrm>
            <a:off x="501192" y="3574835"/>
            <a:ext cx="6371468" cy="2486892"/>
          </a:xfrm>
          <a:prstGeom prst="rect">
            <a:avLst/>
          </a:prstGeom>
          <a:ln>
            <a:solidFill>
              <a:schemeClr val="tx1"/>
            </a:solidFill>
          </a:ln>
        </p:spPr>
      </p:pic>
      <p:sp>
        <p:nvSpPr>
          <p:cNvPr id="18" name="Rectangle 17">
            <a:extLst>
              <a:ext uri="{FF2B5EF4-FFF2-40B4-BE49-F238E27FC236}">
                <a16:creationId xmlns:a16="http://schemas.microsoft.com/office/drawing/2014/main" id="{BBBF618D-AD00-42E3-B61D-15CE8B9E4B63}"/>
              </a:ext>
            </a:extLst>
          </p:cNvPr>
          <p:cNvSpPr/>
          <p:nvPr/>
        </p:nvSpPr>
        <p:spPr>
          <a:xfrm>
            <a:off x="501192" y="4031485"/>
            <a:ext cx="3682881" cy="449979"/>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cxnSp>
        <p:nvCxnSpPr>
          <p:cNvPr id="19" name="Straight Arrow Connector 18">
            <a:extLst>
              <a:ext uri="{FF2B5EF4-FFF2-40B4-BE49-F238E27FC236}">
                <a16:creationId xmlns:a16="http://schemas.microsoft.com/office/drawing/2014/main" id="{AB598665-2CB7-4C50-8E70-AECA234CCBE4}"/>
              </a:ext>
            </a:extLst>
          </p:cNvPr>
          <p:cNvCxnSpPr>
            <a:cxnSpLocks/>
            <a:stCxn id="20" idx="1"/>
            <a:endCxn id="18" idx="3"/>
          </p:cNvCxnSpPr>
          <p:nvPr/>
        </p:nvCxnSpPr>
        <p:spPr>
          <a:xfrm flipH="1">
            <a:off x="4184073" y="3944167"/>
            <a:ext cx="3504459" cy="31230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20" name="TextBox 19">
            <a:extLst>
              <a:ext uri="{FF2B5EF4-FFF2-40B4-BE49-F238E27FC236}">
                <a16:creationId xmlns:a16="http://schemas.microsoft.com/office/drawing/2014/main" id="{BD01C8F5-B335-482F-8FEF-113FB889F1CA}"/>
              </a:ext>
            </a:extLst>
          </p:cNvPr>
          <p:cNvSpPr txBox="1"/>
          <p:nvPr/>
        </p:nvSpPr>
        <p:spPr>
          <a:xfrm>
            <a:off x="7688532" y="3574835"/>
            <a:ext cx="2135145" cy="738664"/>
          </a:xfrm>
          <a:prstGeom prst="rect">
            <a:avLst/>
          </a:prstGeom>
          <a:noFill/>
          <a:ln w="19050">
            <a:solidFill>
              <a:schemeClr val="accent6"/>
            </a:solidFill>
          </a:ln>
        </p:spPr>
        <p:txBody>
          <a:bodyPr wrap="square" rtlCol="0">
            <a:spAutoFit/>
          </a:bodyPr>
          <a:lstStyle/>
          <a:p>
            <a:pPr algn="ctr"/>
            <a:r>
              <a:rPr lang="en-US" sz="1400" dirty="0"/>
              <a:t>Created tolerance to round towards zero for better displayed results</a:t>
            </a:r>
          </a:p>
        </p:txBody>
      </p:sp>
      <p:sp>
        <p:nvSpPr>
          <p:cNvPr id="26" name="Text Placeholder 14">
            <a:extLst>
              <a:ext uri="{FF2B5EF4-FFF2-40B4-BE49-F238E27FC236}">
                <a16:creationId xmlns:a16="http://schemas.microsoft.com/office/drawing/2014/main" id="{4741DE67-D830-4001-A4A6-4389CFCDA33B}"/>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27" name="Text Placeholder 15">
            <a:extLst>
              <a:ext uri="{FF2B5EF4-FFF2-40B4-BE49-F238E27FC236}">
                <a16:creationId xmlns:a16="http://schemas.microsoft.com/office/drawing/2014/main" id="{D62726AE-96C4-48B2-ADA5-617053DAF37D}"/>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259690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122D-0A14-498C-9DB7-870B0339CE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204153-9BA7-49E5-866D-DDAA5FBF049F}"/>
              </a:ext>
            </a:extLst>
          </p:cNvPr>
          <p:cNvSpPr>
            <a:spLocks noGrp="1"/>
          </p:cNvSpPr>
          <p:nvPr>
            <p:ph sz="quarter" idx="13"/>
          </p:nvPr>
        </p:nvSpPr>
        <p:spPr/>
        <p:txBody>
          <a:bodyPr/>
          <a:lstStyle/>
          <a:p>
            <a:endParaRPr lang="en-US"/>
          </a:p>
        </p:txBody>
      </p:sp>
      <p:sp>
        <p:nvSpPr>
          <p:cNvPr id="4" name="Date Placeholder 3">
            <a:extLst>
              <a:ext uri="{FF2B5EF4-FFF2-40B4-BE49-F238E27FC236}">
                <a16:creationId xmlns:a16="http://schemas.microsoft.com/office/drawing/2014/main" id="{885D6BD7-A173-49DF-ADA9-3A49CE39B458}"/>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51A12C4C-193D-43FD-993A-2D5ECCBADD01}"/>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ECE735A1-583A-4412-9FFE-DC14237EB500}"/>
              </a:ext>
            </a:extLst>
          </p:cNvPr>
          <p:cNvSpPr>
            <a:spLocks noGrp="1"/>
          </p:cNvSpPr>
          <p:nvPr>
            <p:ph type="sldNum" sz="quarter" idx="16"/>
          </p:nvPr>
        </p:nvSpPr>
        <p:spPr/>
        <p:txBody>
          <a:bodyPr/>
          <a:lstStyle/>
          <a:p>
            <a:fld id="{4EBCDCBD-78E1-0D41-A999-31B5EBF8E02C}" type="slidenum">
              <a:rPr lang="en-US" smtClean="0"/>
              <a:pPr/>
              <a:t>12</a:t>
            </a:fld>
            <a:endParaRPr lang="en-US" dirty="0"/>
          </a:p>
        </p:txBody>
      </p:sp>
      <p:pic>
        <p:nvPicPr>
          <p:cNvPr id="8" name="Picture 7">
            <a:extLst>
              <a:ext uri="{FF2B5EF4-FFF2-40B4-BE49-F238E27FC236}">
                <a16:creationId xmlns:a16="http://schemas.microsoft.com/office/drawing/2014/main" id="{9815A12E-A1C1-46FC-9911-AF7BAE683D01}"/>
              </a:ext>
            </a:extLst>
          </p:cNvPr>
          <p:cNvPicPr>
            <a:picLocks noChangeAspect="1"/>
          </p:cNvPicPr>
          <p:nvPr/>
        </p:nvPicPr>
        <p:blipFill rotWithShape="1">
          <a:blip r:embed="rId2"/>
          <a:srcRect t="2701" r="606"/>
          <a:stretch/>
        </p:blipFill>
        <p:spPr>
          <a:xfrm>
            <a:off x="245229" y="365922"/>
            <a:ext cx="11701541" cy="6058545"/>
          </a:xfrm>
          <a:prstGeom prst="rect">
            <a:avLst/>
          </a:prstGeom>
        </p:spPr>
      </p:pic>
      <p:sp>
        <p:nvSpPr>
          <p:cNvPr id="9" name="Rectangle 8">
            <a:extLst>
              <a:ext uri="{FF2B5EF4-FFF2-40B4-BE49-F238E27FC236}">
                <a16:creationId xmlns:a16="http://schemas.microsoft.com/office/drawing/2014/main" id="{899AE51E-1E0B-41A6-8F1B-0AD0F4D31202}"/>
              </a:ext>
            </a:extLst>
          </p:cNvPr>
          <p:cNvSpPr/>
          <p:nvPr/>
        </p:nvSpPr>
        <p:spPr>
          <a:xfrm>
            <a:off x="308640" y="4808138"/>
            <a:ext cx="5286402" cy="1605026"/>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sp>
        <p:nvSpPr>
          <p:cNvPr id="10" name="TextBox 9">
            <a:extLst>
              <a:ext uri="{FF2B5EF4-FFF2-40B4-BE49-F238E27FC236}">
                <a16:creationId xmlns:a16="http://schemas.microsoft.com/office/drawing/2014/main" id="{24504669-C49D-4025-9168-CB27181726C2}"/>
              </a:ext>
            </a:extLst>
          </p:cNvPr>
          <p:cNvSpPr txBox="1"/>
          <p:nvPr/>
        </p:nvSpPr>
        <p:spPr>
          <a:xfrm>
            <a:off x="5454340" y="3113177"/>
            <a:ext cx="2017878" cy="738664"/>
          </a:xfrm>
          <a:prstGeom prst="rect">
            <a:avLst/>
          </a:prstGeom>
          <a:noFill/>
          <a:ln w="19050">
            <a:solidFill>
              <a:schemeClr val="accent6"/>
            </a:solidFill>
          </a:ln>
        </p:spPr>
        <p:txBody>
          <a:bodyPr wrap="square" rtlCol="0">
            <a:spAutoFit/>
          </a:bodyPr>
          <a:lstStyle/>
          <a:p>
            <a:pPr algn="ctr"/>
            <a:r>
              <a:rPr lang="en-US" sz="1400" dirty="0"/>
              <a:t>Input point data now includes a max weight available for each point</a:t>
            </a:r>
          </a:p>
        </p:txBody>
      </p:sp>
      <p:sp>
        <p:nvSpPr>
          <p:cNvPr id="11" name="Arrow: Right 10">
            <a:extLst>
              <a:ext uri="{FF2B5EF4-FFF2-40B4-BE49-F238E27FC236}">
                <a16:creationId xmlns:a16="http://schemas.microsoft.com/office/drawing/2014/main" id="{34001F28-E229-41D0-AC73-4619787F99FC}"/>
              </a:ext>
            </a:extLst>
          </p:cNvPr>
          <p:cNvSpPr/>
          <p:nvPr/>
        </p:nvSpPr>
        <p:spPr>
          <a:xfrm rot="6424698">
            <a:off x="5163623" y="4234949"/>
            <a:ext cx="839975" cy="265477"/>
          </a:xfrm>
          <a:prstGeom prst="rightArrow">
            <a:avLst>
              <a:gd name="adj1" fmla="val 50000"/>
              <a:gd name="adj2" fmla="val 81193"/>
            </a:avLst>
          </a:prstGeom>
          <a:solidFill>
            <a:schemeClr val="accent6"/>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25000" lnSpcReduction="20000"/>
          </a:bodyPr>
          <a:lstStyle/>
          <a:p>
            <a:pPr algn="ctr"/>
            <a:endParaRPr lang="en-US" sz="2000" dirty="0" err="1"/>
          </a:p>
        </p:txBody>
      </p:sp>
      <p:sp>
        <p:nvSpPr>
          <p:cNvPr id="13" name="Text Placeholder 14">
            <a:extLst>
              <a:ext uri="{FF2B5EF4-FFF2-40B4-BE49-F238E27FC236}">
                <a16:creationId xmlns:a16="http://schemas.microsoft.com/office/drawing/2014/main" id="{34B8715E-431D-4262-A1FD-020E669D8B5F}"/>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14" name="Text Placeholder 15">
            <a:extLst>
              <a:ext uri="{FF2B5EF4-FFF2-40B4-BE49-F238E27FC236}">
                <a16:creationId xmlns:a16="http://schemas.microsoft.com/office/drawing/2014/main" id="{021473F9-33E9-46C3-ACA6-3C134F86DE50}"/>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1733666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7122D-0A14-498C-9DB7-870B0339CE81}"/>
              </a:ext>
            </a:extLst>
          </p:cNvPr>
          <p:cNvSpPr>
            <a:spLocks noGrp="1"/>
          </p:cNvSpPr>
          <p:nvPr>
            <p:ph type="title"/>
          </p:nvPr>
        </p:nvSpPr>
        <p:spPr/>
        <p:txBody>
          <a:bodyPr/>
          <a:lstStyle/>
          <a:p>
            <a:r>
              <a:rPr lang="en-US" dirty="0"/>
              <a:t>Different Ballast Types</a:t>
            </a:r>
          </a:p>
        </p:txBody>
      </p:sp>
      <p:sp>
        <p:nvSpPr>
          <p:cNvPr id="4" name="Date Placeholder 3">
            <a:extLst>
              <a:ext uri="{FF2B5EF4-FFF2-40B4-BE49-F238E27FC236}">
                <a16:creationId xmlns:a16="http://schemas.microsoft.com/office/drawing/2014/main" id="{885D6BD7-A173-49DF-ADA9-3A49CE39B458}"/>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51A12C4C-193D-43FD-993A-2D5ECCBADD01}"/>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ECE735A1-583A-4412-9FFE-DC14237EB500}"/>
              </a:ext>
            </a:extLst>
          </p:cNvPr>
          <p:cNvSpPr>
            <a:spLocks noGrp="1"/>
          </p:cNvSpPr>
          <p:nvPr>
            <p:ph type="sldNum" sz="quarter" idx="16"/>
          </p:nvPr>
        </p:nvSpPr>
        <p:spPr/>
        <p:txBody>
          <a:bodyPr/>
          <a:lstStyle/>
          <a:p>
            <a:fld id="{4EBCDCBD-78E1-0D41-A999-31B5EBF8E02C}" type="slidenum">
              <a:rPr lang="en-US" smtClean="0"/>
              <a:pPr/>
              <a:t>13</a:t>
            </a:fld>
            <a:endParaRPr lang="en-US" dirty="0"/>
          </a:p>
        </p:txBody>
      </p:sp>
      <p:pic>
        <p:nvPicPr>
          <p:cNvPr id="10" name="Picture 9">
            <a:extLst>
              <a:ext uri="{FF2B5EF4-FFF2-40B4-BE49-F238E27FC236}">
                <a16:creationId xmlns:a16="http://schemas.microsoft.com/office/drawing/2014/main" id="{AAE20C83-4326-4F3B-8647-BC6431782323}"/>
              </a:ext>
            </a:extLst>
          </p:cNvPr>
          <p:cNvPicPr>
            <a:picLocks noChangeAspect="1"/>
          </p:cNvPicPr>
          <p:nvPr/>
        </p:nvPicPr>
        <p:blipFill rotWithShape="1">
          <a:blip r:embed="rId2"/>
          <a:srcRect t="25453" r="66282" b="15152"/>
          <a:stretch/>
        </p:blipFill>
        <p:spPr>
          <a:xfrm>
            <a:off x="7561652" y="1045298"/>
            <a:ext cx="2903062" cy="5239142"/>
          </a:xfrm>
          <a:prstGeom prst="rect">
            <a:avLst/>
          </a:prstGeom>
        </p:spPr>
      </p:pic>
      <p:pic>
        <p:nvPicPr>
          <p:cNvPr id="12" name="Picture 11">
            <a:extLst>
              <a:ext uri="{FF2B5EF4-FFF2-40B4-BE49-F238E27FC236}">
                <a16:creationId xmlns:a16="http://schemas.microsoft.com/office/drawing/2014/main" id="{99C71980-C3A0-41EE-A4F6-03110FF20365}"/>
              </a:ext>
            </a:extLst>
          </p:cNvPr>
          <p:cNvPicPr>
            <a:picLocks noChangeAspect="1"/>
          </p:cNvPicPr>
          <p:nvPr/>
        </p:nvPicPr>
        <p:blipFill rotWithShape="1">
          <a:blip r:embed="rId3"/>
          <a:srcRect t="26481" r="69878" b="12508"/>
          <a:stretch/>
        </p:blipFill>
        <p:spPr>
          <a:xfrm>
            <a:off x="1450197" y="1045298"/>
            <a:ext cx="2903061" cy="5239141"/>
          </a:xfrm>
          <a:prstGeom prst="rect">
            <a:avLst/>
          </a:prstGeom>
        </p:spPr>
      </p:pic>
      <p:sp>
        <p:nvSpPr>
          <p:cNvPr id="13" name="Arrow: Right 12">
            <a:extLst>
              <a:ext uri="{FF2B5EF4-FFF2-40B4-BE49-F238E27FC236}">
                <a16:creationId xmlns:a16="http://schemas.microsoft.com/office/drawing/2014/main" id="{C29EE40C-CC44-443A-B079-4E585A33694C}"/>
              </a:ext>
            </a:extLst>
          </p:cNvPr>
          <p:cNvSpPr/>
          <p:nvPr/>
        </p:nvSpPr>
        <p:spPr>
          <a:xfrm>
            <a:off x="5074670" y="3442482"/>
            <a:ext cx="1765570" cy="384116"/>
          </a:xfrm>
          <a:prstGeom prst="rightArrow">
            <a:avLst>
              <a:gd name="adj1" fmla="val 50000"/>
              <a:gd name="adj2" fmla="val 81193"/>
            </a:avLst>
          </a:prstGeom>
          <a:solidFill>
            <a:schemeClr val="accent3"/>
          </a:solidFill>
          <a:ln w="31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40000" lnSpcReduction="20000"/>
          </a:bodyPr>
          <a:lstStyle/>
          <a:p>
            <a:pPr algn="ctr"/>
            <a:endParaRPr lang="en-US" sz="2000" dirty="0" err="1"/>
          </a:p>
        </p:txBody>
      </p:sp>
      <p:sp>
        <p:nvSpPr>
          <p:cNvPr id="14" name="Rectangle 13">
            <a:extLst>
              <a:ext uri="{FF2B5EF4-FFF2-40B4-BE49-F238E27FC236}">
                <a16:creationId xmlns:a16="http://schemas.microsoft.com/office/drawing/2014/main" id="{73BDBF05-E3FB-4BD3-B2B6-B39B745A3CC8}"/>
              </a:ext>
            </a:extLst>
          </p:cNvPr>
          <p:cNvSpPr/>
          <p:nvPr/>
        </p:nvSpPr>
        <p:spPr>
          <a:xfrm>
            <a:off x="9639834" y="1045298"/>
            <a:ext cx="824880" cy="5257800"/>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sp>
        <p:nvSpPr>
          <p:cNvPr id="15" name="Text Placeholder 14">
            <a:extLst>
              <a:ext uri="{FF2B5EF4-FFF2-40B4-BE49-F238E27FC236}">
                <a16:creationId xmlns:a16="http://schemas.microsoft.com/office/drawing/2014/main" id="{8DCDF5CB-E282-4BC4-AC81-26409CB5BF4D}"/>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16" name="Text Placeholder 15">
            <a:extLst>
              <a:ext uri="{FF2B5EF4-FFF2-40B4-BE49-F238E27FC236}">
                <a16:creationId xmlns:a16="http://schemas.microsoft.com/office/drawing/2014/main" id="{23A73F28-4395-4F57-8651-C1050F684507}"/>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4275725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42CB9-8EC1-4812-964E-9F29C183EA96}"/>
              </a:ext>
            </a:extLst>
          </p:cNvPr>
          <p:cNvSpPr>
            <a:spLocks noGrp="1"/>
          </p:cNvSpPr>
          <p:nvPr>
            <p:ph type="title"/>
          </p:nvPr>
        </p:nvSpPr>
        <p:spPr/>
        <p:txBody>
          <a:bodyPr/>
          <a:lstStyle/>
          <a:p>
            <a:r>
              <a:rPr lang="en-US" dirty="0"/>
              <a:t>Different Ballast Types</a:t>
            </a:r>
          </a:p>
        </p:txBody>
      </p:sp>
      <p:sp>
        <p:nvSpPr>
          <p:cNvPr id="4" name="Date Placeholder 3">
            <a:extLst>
              <a:ext uri="{FF2B5EF4-FFF2-40B4-BE49-F238E27FC236}">
                <a16:creationId xmlns:a16="http://schemas.microsoft.com/office/drawing/2014/main" id="{6B42A370-4026-42F5-BAFC-B05765537D19}"/>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84D2A7AF-46EA-44B9-A83B-16FDF9FB8395}"/>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2FD02A4D-0CB2-46DC-9AEF-C5F5346601FF}"/>
              </a:ext>
            </a:extLst>
          </p:cNvPr>
          <p:cNvSpPr>
            <a:spLocks noGrp="1"/>
          </p:cNvSpPr>
          <p:nvPr>
            <p:ph type="sldNum" sz="quarter" idx="16"/>
          </p:nvPr>
        </p:nvSpPr>
        <p:spPr/>
        <p:txBody>
          <a:bodyPr/>
          <a:lstStyle/>
          <a:p>
            <a:fld id="{4EBCDCBD-78E1-0D41-A999-31B5EBF8E02C}" type="slidenum">
              <a:rPr lang="en-US" smtClean="0"/>
              <a:pPr/>
              <a:t>14</a:t>
            </a:fld>
            <a:endParaRPr lang="en-US" dirty="0"/>
          </a:p>
        </p:txBody>
      </p:sp>
      <p:pic>
        <p:nvPicPr>
          <p:cNvPr id="8" name="Picture 7">
            <a:extLst>
              <a:ext uri="{FF2B5EF4-FFF2-40B4-BE49-F238E27FC236}">
                <a16:creationId xmlns:a16="http://schemas.microsoft.com/office/drawing/2014/main" id="{4CA4DC5C-0388-4167-B664-01E3DE1995A7}"/>
              </a:ext>
            </a:extLst>
          </p:cNvPr>
          <p:cNvPicPr>
            <a:picLocks noChangeAspect="1"/>
          </p:cNvPicPr>
          <p:nvPr/>
        </p:nvPicPr>
        <p:blipFill rotWithShape="1">
          <a:blip r:embed="rId2"/>
          <a:srcRect l="13263" t="42110" r="51715" b="41869"/>
          <a:stretch/>
        </p:blipFill>
        <p:spPr>
          <a:xfrm>
            <a:off x="146758" y="1932479"/>
            <a:ext cx="7056276" cy="1834589"/>
          </a:xfrm>
          <a:prstGeom prst="rect">
            <a:avLst/>
          </a:prstGeom>
        </p:spPr>
      </p:pic>
      <p:sp>
        <p:nvSpPr>
          <p:cNvPr id="9" name="Rectangle 8">
            <a:extLst>
              <a:ext uri="{FF2B5EF4-FFF2-40B4-BE49-F238E27FC236}">
                <a16:creationId xmlns:a16="http://schemas.microsoft.com/office/drawing/2014/main" id="{52CC9090-548F-47EC-8E83-0D455730C0CC}"/>
              </a:ext>
            </a:extLst>
          </p:cNvPr>
          <p:cNvSpPr/>
          <p:nvPr/>
        </p:nvSpPr>
        <p:spPr>
          <a:xfrm>
            <a:off x="146758" y="2876035"/>
            <a:ext cx="6581837" cy="634741"/>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p>
            <a:pPr algn="ctr"/>
            <a:endParaRPr lang="en-US" sz="2000" dirty="0" err="1"/>
          </a:p>
        </p:txBody>
      </p:sp>
      <p:cxnSp>
        <p:nvCxnSpPr>
          <p:cNvPr id="10" name="Straight Arrow Connector 9">
            <a:extLst>
              <a:ext uri="{FF2B5EF4-FFF2-40B4-BE49-F238E27FC236}">
                <a16:creationId xmlns:a16="http://schemas.microsoft.com/office/drawing/2014/main" id="{A66C9A83-0EBC-4BA3-896A-D1631D15EBE0}"/>
              </a:ext>
            </a:extLst>
          </p:cNvPr>
          <p:cNvCxnSpPr>
            <a:cxnSpLocks/>
            <a:stCxn id="11" idx="1"/>
            <a:endCxn id="9" idx="3"/>
          </p:cNvCxnSpPr>
          <p:nvPr/>
        </p:nvCxnSpPr>
        <p:spPr>
          <a:xfrm flipH="1">
            <a:off x="6728595" y="1996538"/>
            <a:ext cx="1550283" cy="119686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11" name="TextBox 10">
            <a:extLst>
              <a:ext uri="{FF2B5EF4-FFF2-40B4-BE49-F238E27FC236}">
                <a16:creationId xmlns:a16="http://schemas.microsoft.com/office/drawing/2014/main" id="{55733869-8437-4C73-8EE0-FAFE58BC37F3}"/>
              </a:ext>
            </a:extLst>
          </p:cNvPr>
          <p:cNvSpPr txBox="1"/>
          <p:nvPr/>
        </p:nvSpPr>
        <p:spPr>
          <a:xfrm>
            <a:off x="8278878" y="1627206"/>
            <a:ext cx="2135145" cy="738664"/>
          </a:xfrm>
          <a:prstGeom prst="rect">
            <a:avLst/>
          </a:prstGeom>
          <a:noFill/>
          <a:ln w="19050">
            <a:solidFill>
              <a:schemeClr val="accent6"/>
            </a:solidFill>
          </a:ln>
        </p:spPr>
        <p:txBody>
          <a:bodyPr wrap="square" rtlCol="0">
            <a:spAutoFit/>
          </a:bodyPr>
          <a:lstStyle/>
          <a:p>
            <a:pPr algn="ctr"/>
            <a:r>
              <a:rPr lang="en-US" sz="1400" dirty="0"/>
              <a:t>Max weight values pushed into </a:t>
            </a:r>
            <a:r>
              <a:rPr lang="en-US" sz="1400" dirty="0" err="1"/>
              <a:t>upper_bound</a:t>
            </a:r>
            <a:r>
              <a:rPr lang="en-US" sz="1400" dirty="0"/>
              <a:t> variable</a:t>
            </a:r>
          </a:p>
        </p:txBody>
      </p:sp>
      <p:pic>
        <p:nvPicPr>
          <p:cNvPr id="17" name="Picture 16">
            <a:extLst>
              <a:ext uri="{FF2B5EF4-FFF2-40B4-BE49-F238E27FC236}">
                <a16:creationId xmlns:a16="http://schemas.microsoft.com/office/drawing/2014/main" id="{92554544-2728-478B-91D5-A37AF8F49897}"/>
              </a:ext>
            </a:extLst>
          </p:cNvPr>
          <p:cNvPicPr>
            <a:picLocks noChangeAspect="1"/>
          </p:cNvPicPr>
          <p:nvPr/>
        </p:nvPicPr>
        <p:blipFill rotWithShape="1">
          <a:blip r:embed="rId3"/>
          <a:srcRect l="9212" t="50501" r="10723" b="37517"/>
          <a:stretch/>
        </p:blipFill>
        <p:spPr>
          <a:xfrm>
            <a:off x="210132" y="4072903"/>
            <a:ext cx="11981868" cy="987528"/>
          </a:xfrm>
          <a:prstGeom prst="rect">
            <a:avLst/>
          </a:prstGeom>
        </p:spPr>
      </p:pic>
      <p:sp>
        <p:nvSpPr>
          <p:cNvPr id="20" name="Rectangle 19">
            <a:extLst>
              <a:ext uri="{FF2B5EF4-FFF2-40B4-BE49-F238E27FC236}">
                <a16:creationId xmlns:a16="http://schemas.microsoft.com/office/drawing/2014/main" id="{04EBD0A2-AA21-48B4-B7FD-FDE092627F14}"/>
              </a:ext>
            </a:extLst>
          </p:cNvPr>
          <p:cNvSpPr/>
          <p:nvPr/>
        </p:nvSpPr>
        <p:spPr>
          <a:xfrm>
            <a:off x="5305725" y="4405525"/>
            <a:ext cx="1194664" cy="305099"/>
          </a:xfrm>
          <a:prstGeom prst="rect">
            <a:avLst/>
          </a:prstGeom>
          <a:noFill/>
          <a:ln w="285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fontScale="85000" lnSpcReduction="20000"/>
          </a:bodyPr>
          <a:lstStyle/>
          <a:p>
            <a:pPr algn="ctr"/>
            <a:endParaRPr lang="en-US" sz="2000" dirty="0" err="1"/>
          </a:p>
        </p:txBody>
      </p:sp>
      <p:cxnSp>
        <p:nvCxnSpPr>
          <p:cNvPr id="21" name="Straight Arrow Connector 20">
            <a:extLst>
              <a:ext uri="{FF2B5EF4-FFF2-40B4-BE49-F238E27FC236}">
                <a16:creationId xmlns:a16="http://schemas.microsoft.com/office/drawing/2014/main" id="{A3073D60-8A5F-4CB9-87C7-A30EB45C0CCD}"/>
              </a:ext>
            </a:extLst>
          </p:cNvPr>
          <p:cNvCxnSpPr>
            <a:cxnSpLocks/>
          </p:cNvCxnSpPr>
          <p:nvPr/>
        </p:nvCxnSpPr>
        <p:spPr>
          <a:xfrm>
            <a:off x="5214796" y="3510776"/>
            <a:ext cx="724277" cy="879497"/>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804921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5128912A-C180-4D9A-829E-FE2D6DE35E10}"/>
              </a:ext>
            </a:extLst>
          </p:cNvPr>
          <p:cNvSpPr txBox="1"/>
          <p:nvPr/>
        </p:nvSpPr>
        <p:spPr>
          <a:xfrm>
            <a:off x="406716" y="1142568"/>
            <a:ext cx="10868802" cy="1323439"/>
          </a:xfrm>
          <a:prstGeom prst="rect">
            <a:avLst/>
          </a:prstGeom>
          <a:noFill/>
          <a:ln w="19050">
            <a:noFill/>
          </a:ln>
        </p:spPr>
        <p:txBody>
          <a:bodyPr wrap="square">
            <a:spAutoFit/>
          </a:bodyPr>
          <a:lstStyle/>
          <a:p>
            <a:pPr marL="742950" lvl="1" indent="-285750">
              <a:buFont typeface="Arial" panose="020B0604020202020204" pitchFamily="34" charset="0"/>
              <a:buChar char="•"/>
            </a:pPr>
            <a:r>
              <a:rPr lang="en-US" sz="2000" dirty="0">
                <a:solidFill>
                  <a:schemeClr val="accent1">
                    <a:lumMod val="75000"/>
                  </a:schemeClr>
                </a:solidFill>
              </a:rPr>
              <a:t>Previously, convergence was determined by checking if goal values and new values were the same.</a:t>
            </a:r>
          </a:p>
          <a:p>
            <a:pPr marL="742950" lvl="1" indent="-285750">
              <a:buFont typeface="Arial" panose="020B0604020202020204" pitchFamily="34" charset="0"/>
              <a:buChar char="•"/>
            </a:pPr>
            <a:r>
              <a:rPr lang="en-US" sz="2000" dirty="0">
                <a:solidFill>
                  <a:schemeClr val="accent1">
                    <a:lumMod val="75000"/>
                  </a:schemeClr>
                </a:solidFill>
              </a:rPr>
              <a:t>Due to floating point error, I was able to create a scenario where the new and old CG’s were .0000000051 off and the program didn’t show convergence</a:t>
            </a:r>
            <a:r>
              <a:rPr lang="en-US" sz="2000" dirty="0"/>
              <a:t>.</a:t>
            </a:r>
          </a:p>
        </p:txBody>
      </p:sp>
      <p:sp>
        <p:nvSpPr>
          <p:cNvPr id="2" name="Title 1">
            <a:extLst>
              <a:ext uri="{FF2B5EF4-FFF2-40B4-BE49-F238E27FC236}">
                <a16:creationId xmlns:a16="http://schemas.microsoft.com/office/drawing/2014/main" id="{CCF7122D-0A14-498C-9DB7-870B0339CE81}"/>
              </a:ext>
            </a:extLst>
          </p:cNvPr>
          <p:cNvSpPr>
            <a:spLocks noGrp="1"/>
          </p:cNvSpPr>
          <p:nvPr>
            <p:ph type="title"/>
          </p:nvPr>
        </p:nvSpPr>
        <p:spPr/>
        <p:txBody>
          <a:bodyPr/>
          <a:lstStyle/>
          <a:p>
            <a:r>
              <a:rPr lang="en-US" dirty="0"/>
              <a:t>Athena</a:t>
            </a:r>
          </a:p>
        </p:txBody>
      </p:sp>
      <p:sp>
        <p:nvSpPr>
          <p:cNvPr id="4" name="Date Placeholder 3">
            <a:extLst>
              <a:ext uri="{FF2B5EF4-FFF2-40B4-BE49-F238E27FC236}">
                <a16:creationId xmlns:a16="http://schemas.microsoft.com/office/drawing/2014/main" id="{885D6BD7-A173-49DF-ADA9-3A49CE39B458}"/>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51A12C4C-193D-43FD-993A-2D5ECCBADD01}"/>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ECE735A1-583A-4412-9FFE-DC14237EB500}"/>
              </a:ext>
            </a:extLst>
          </p:cNvPr>
          <p:cNvSpPr>
            <a:spLocks noGrp="1"/>
          </p:cNvSpPr>
          <p:nvPr>
            <p:ph type="sldNum" sz="quarter" idx="16"/>
          </p:nvPr>
        </p:nvSpPr>
        <p:spPr/>
        <p:txBody>
          <a:bodyPr/>
          <a:lstStyle/>
          <a:p>
            <a:fld id="{4EBCDCBD-78E1-0D41-A999-31B5EBF8E02C}" type="slidenum">
              <a:rPr lang="en-US" smtClean="0"/>
              <a:pPr/>
              <a:t>15</a:t>
            </a:fld>
            <a:endParaRPr lang="en-US" dirty="0"/>
          </a:p>
        </p:txBody>
      </p:sp>
      <p:pic>
        <p:nvPicPr>
          <p:cNvPr id="8" name="Picture 7">
            <a:extLst>
              <a:ext uri="{FF2B5EF4-FFF2-40B4-BE49-F238E27FC236}">
                <a16:creationId xmlns:a16="http://schemas.microsoft.com/office/drawing/2014/main" id="{F48C445F-B4C4-4BB1-B23F-656B8878B5F9}"/>
              </a:ext>
            </a:extLst>
          </p:cNvPr>
          <p:cNvPicPr>
            <a:picLocks noChangeAspect="1"/>
          </p:cNvPicPr>
          <p:nvPr/>
        </p:nvPicPr>
        <p:blipFill rotWithShape="1">
          <a:blip r:embed="rId2"/>
          <a:srcRect l="12879" t="52420" r="39726" b="31316"/>
          <a:stretch/>
        </p:blipFill>
        <p:spPr>
          <a:xfrm>
            <a:off x="705388" y="4801067"/>
            <a:ext cx="8015789" cy="1548678"/>
          </a:xfrm>
          <a:prstGeom prst="rect">
            <a:avLst/>
          </a:prstGeom>
          <a:ln>
            <a:solidFill>
              <a:schemeClr val="tx1"/>
            </a:solidFill>
          </a:ln>
        </p:spPr>
      </p:pic>
      <p:grpSp>
        <p:nvGrpSpPr>
          <p:cNvPr id="12" name="Group 11">
            <a:extLst>
              <a:ext uri="{FF2B5EF4-FFF2-40B4-BE49-F238E27FC236}">
                <a16:creationId xmlns:a16="http://schemas.microsoft.com/office/drawing/2014/main" id="{7541D105-CF78-47A3-A5B4-6842F30690E7}"/>
              </a:ext>
            </a:extLst>
          </p:cNvPr>
          <p:cNvGrpSpPr/>
          <p:nvPr/>
        </p:nvGrpSpPr>
        <p:grpSpPr>
          <a:xfrm>
            <a:off x="705388" y="2867261"/>
            <a:ext cx="6533969" cy="1548678"/>
            <a:chOff x="6925884" y="3374013"/>
            <a:chExt cx="5706891" cy="1102591"/>
          </a:xfrm>
        </p:grpSpPr>
        <p:pic>
          <p:nvPicPr>
            <p:cNvPr id="10" name="Picture 9">
              <a:extLst>
                <a:ext uri="{FF2B5EF4-FFF2-40B4-BE49-F238E27FC236}">
                  <a16:creationId xmlns:a16="http://schemas.microsoft.com/office/drawing/2014/main" id="{80FCB06A-7E1B-44D0-BD2D-27B393D38AC7}"/>
                </a:ext>
              </a:extLst>
            </p:cNvPr>
            <p:cNvPicPr>
              <a:picLocks noChangeAspect="1"/>
            </p:cNvPicPr>
            <p:nvPr/>
          </p:nvPicPr>
          <p:blipFill rotWithShape="1">
            <a:blip r:embed="rId3"/>
            <a:srcRect l="10584" t="45118" r="31470" b="38804"/>
            <a:stretch/>
          </p:blipFill>
          <p:spPr>
            <a:xfrm>
              <a:off x="6925884" y="3374013"/>
              <a:ext cx="5706891" cy="1102591"/>
            </a:xfrm>
            <a:prstGeom prst="rect">
              <a:avLst/>
            </a:prstGeom>
            <a:ln>
              <a:solidFill>
                <a:schemeClr val="tx1"/>
              </a:solidFill>
            </a:ln>
          </p:spPr>
        </p:pic>
        <p:pic>
          <p:nvPicPr>
            <p:cNvPr id="11" name="Picture 10">
              <a:extLst>
                <a:ext uri="{FF2B5EF4-FFF2-40B4-BE49-F238E27FC236}">
                  <a16:creationId xmlns:a16="http://schemas.microsoft.com/office/drawing/2014/main" id="{198A6C9A-B83B-49D0-B991-6DB5E932AAF2}"/>
                </a:ext>
              </a:extLst>
            </p:cNvPr>
            <p:cNvPicPr>
              <a:picLocks noChangeAspect="1"/>
            </p:cNvPicPr>
            <p:nvPr/>
          </p:nvPicPr>
          <p:blipFill rotWithShape="1">
            <a:blip r:embed="rId3"/>
            <a:srcRect l="64136" t="46030" r="3297" b="48535"/>
            <a:stretch/>
          </p:blipFill>
          <p:spPr>
            <a:xfrm>
              <a:off x="6925884" y="3379330"/>
              <a:ext cx="1325386" cy="154009"/>
            </a:xfrm>
            <a:prstGeom prst="rect">
              <a:avLst/>
            </a:prstGeom>
          </p:spPr>
        </p:pic>
      </p:grpSp>
      <p:sp>
        <p:nvSpPr>
          <p:cNvPr id="13" name="TextBox 12">
            <a:extLst>
              <a:ext uri="{FF2B5EF4-FFF2-40B4-BE49-F238E27FC236}">
                <a16:creationId xmlns:a16="http://schemas.microsoft.com/office/drawing/2014/main" id="{4F54D4C2-8B38-43FA-9BAE-28C6F59FE645}"/>
              </a:ext>
            </a:extLst>
          </p:cNvPr>
          <p:cNvSpPr txBox="1"/>
          <p:nvPr/>
        </p:nvSpPr>
        <p:spPr>
          <a:xfrm>
            <a:off x="9222263" y="4210362"/>
            <a:ext cx="2310321" cy="523220"/>
          </a:xfrm>
          <a:prstGeom prst="rect">
            <a:avLst/>
          </a:prstGeom>
          <a:noFill/>
          <a:ln w="19050">
            <a:solidFill>
              <a:schemeClr val="accent6"/>
            </a:solidFill>
          </a:ln>
        </p:spPr>
        <p:txBody>
          <a:bodyPr wrap="square" rtlCol="0">
            <a:spAutoFit/>
          </a:bodyPr>
          <a:lstStyle/>
          <a:p>
            <a:pPr algn="ctr"/>
            <a:r>
              <a:rPr lang="en-US" sz="1400" dirty="0"/>
              <a:t>Used a tolerance to avoid this problem</a:t>
            </a:r>
          </a:p>
        </p:txBody>
      </p:sp>
      <p:sp>
        <p:nvSpPr>
          <p:cNvPr id="15" name="TextBox 14">
            <a:extLst>
              <a:ext uri="{FF2B5EF4-FFF2-40B4-BE49-F238E27FC236}">
                <a16:creationId xmlns:a16="http://schemas.microsoft.com/office/drawing/2014/main" id="{06AF6178-98AA-4D5A-8B50-4CB16DCDFD5D}"/>
              </a:ext>
            </a:extLst>
          </p:cNvPr>
          <p:cNvSpPr txBox="1"/>
          <p:nvPr/>
        </p:nvSpPr>
        <p:spPr>
          <a:xfrm>
            <a:off x="1304464" y="3299253"/>
            <a:ext cx="2199284" cy="216318"/>
          </a:xfrm>
          <a:prstGeom prst="rect">
            <a:avLst/>
          </a:prstGeom>
          <a:noFill/>
          <a:ln w="19050">
            <a:solidFill>
              <a:schemeClr val="accent6"/>
            </a:solidFill>
          </a:ln>
        </p:spPr>
        <p:txBody>
          <a:bodyPr wrap="square" rtlCol="0">
            <a:spAutoFit/>
          </a:bodyPr>
          <a:lstStyle/>
          <a:p>
            <a:pPr algn="ctr"/>
            <a:endParaRPr lang="en-US" sz="1400" dirty="0"/>
          </a:p>
        </p:txBody>
      </p:sp>
      <p:sp>
        <p:nvSpPr>
          <p:cNvPr id="21" name="TextBox 20">
            <a:extLst>
              <a:ext uri="{FF2B5EF4-FFF2-40B4-BE49-F238E27FC236}">
                <a16:creationId xmlns:a16="http://schemas.microsoft.com/office/drawing/2014/main" id="{3ABE25D8-6F1C-4674-A911-64D9C09987FE}"/>
              </a:ext>
            </a:extLst>
          </p:cNvPr>
          <p:cNvSpPr txBox="1"/>
          <p:nvPr/>
        </p:nvSpPr>
        <p:spPr>
          <a:xfrm>
            <a:off x="1329603" y="5265471"/>
            <a:ext cx="4147479" cy="216318"/>
          </a:xfrm>
          <a:prstGeom prst="rect">
            <a:avLst/>
          </a:prstGeom>
          <a:noFill/>
          <a:ln w="19050">
            <a:solidFill>
              <a:schemeClr val="accent6"/>
            </a:solidFill>
          </a:ln>
        </p:spPr>
        <p:txBody>
          <a:bodyPr wrap="square" rtlCol="0">
            <a:spAutoFit/>
          </a:bodyPr>
          <a:lstStyle/>
          <a:p>
            <a:pPr algn="ctr"/>
            <a:endParaRPr lang="en-US" sz="1400" dirty="0"/>
          </a:p>
        </p:txBody>
      </p:sp>
      <p:sp>
        <p:nvSpPr>
          <p:cNvPr id="22" name="Text Placeholder 14">
            <a:extLst>
              <a:ext uri="{FF2B5EF4-FFF2-40B4-BE49-F238E27FC236}">
                <a16:creationId xmlns:a16="http://schemas.microsoft.com/office/drawing/2014/main" id="{7538FAA2-9D75-433C-A0B6-844009AA949B}"/>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23" name="Text Placeholder 15">
            <a:extLst>
              <a:ext uri="{FF2B5EF4-FFF2-40B4-BE49-F238E27FC236}">
                <a16:creationId xmlns:a16="http://schemas.microsoft.com/office/drawing/2014/main" id="{7D335D13-B648-485A-A909-C99AAFE7266C}"/>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cxnSp>
        <p:nvCxnSpPr>
          <p:cNvPr id="24" name="Straight Arrow Connector 23">
            <a:extLst>
              <a:ext uri="{FF2B5EF4-FFF2-40B4-BE49-F238E27FC236}">
                <a16:creationId xmlns:a16="http://schemas.microsoft.com/office/drawing/2014/main" id="{11DA8C11-0709-4617-B611-88429FECD5C8}"/>
              </a:ext>
            </a:extLst>
          </p:cNvPr>
          <p:cNvCxnSpPr>
            <a:cxnSpLocks/>
            <a:stCxn id="13" idx="1"/>
            <a:endCxn id="21" idx="3"/>
          </p:cNvCxnSpPr>
          <p:nvPr/>
        </p:nvCxnSpPr>
        <p:spPr>
          <a:xfrm flipH="1">
            <a:off x="5477082" y="4471972"/>
            <a:ext cx="3745181" cy="90165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
        <p:nvSpPr>
          <p:cNvPr id="30" name="TextBox 29">
            <a:extLst>
              <a:ext uri="{FF2B5EF4-FFF2-40B4-BE49-F238E27FC236}">
                <a16:creationId xmlns:a16="http://schemas.microsoft.com/office/drawing/2014/main" id="{3D5AA570-D356-4B76-9263-CE86D3F7E6D6}"/>
              </a:ext>
            </a:extLst>
          </p:cNvPr>
          <p:cNvSpPr txBox="1"/>
          <p:nvPr/>
        </p:nvSpPr>
        <p:spPr>
          <a:xfrm>
            <a:off x="613107" y="2614655"/>
            <a:ext cx="931665" cy="307777"/>
          </a:xfrm>
          <a:prstGeom prst="rect">
            <a:avLst/>
          </a:prstGeom>
          <a:noFill/>
          <a:ln w="19050">
            <a:noFill/>
          </a:ln>
        </p:spPr>
        <p:txBody>
          <a:bodyPr wrap="none" rtlCol="0">
            <a:spAutoFit/>
          </a:bodyPr>
          <a:lstStyle/>
          <a:p>
            <a:r>
              <a:rPr lang="en-US" sz="1400" dirty="0">
                <a:solidFill>
                  <a:schemeClr val="tx2">
                    <a:lumMod val="75000"/>
                  </a:schemeClr>
                </a:solidFill>
              </a:rPr>
              <a:t>Previous:</a:t>
            </a:r>
          </a:p>
        </p:txBody>
      </p:sp>
      <p:sp>
        <p:nvSpPr>
          <p:cNvPr id="32" name="TextBox 31">
            <a:extLst>
              <a:ext uri="{FF2B5EF4-FFF2-40B4-BE49-F238E27FC236}">
                <a16:creationId xmlns:a16="http://schemas.microsoft.com/office/drawing/2014/main" id="{F1CE1FDB-7F6A-49BB-9CF4-23A0D95739DA}"/>
              </a:ext>
            </a:extLst>
          </p:cNvPr>
          <p:cNvSpPr txBox="1"/>
          <p:nvPr/>
        </p:nvSpPr>
        <p:spPr>
          <a:xfrm>
            <a:off x="613106" y="4551193"/>
            <a:ext cx="910827" cy="307777"/>
          </a:xfrm>
          <a:prstGeom prst="rect">
            <a:avLst/>
          </a:prstGeom>
          <a:noFill/>
          <a:ln w="19050">
            <a:noFill/>
          </a:ln>
        </p:spPr>
        <p:txBody>
          <a:bodyPr wrap="none" rtlCol="0">
            <a:spAutoFit/>
          </a:bodyPr>
          <a:lstStyle/>
          <a:p>
            <a:r>
              <a:rPr lang="en-US" sz="1400" dirty="0">
                <a:solidFill>
                  <a:schemeClr val="tx2">
                    <a:lumMod val="75000"/>
                  </a:schemeClr>
                </a:solidFill>
              </a:rPr>
              <a:t>Updated:</a:t>
            </a:r>
          </a:p>
        </p:txBody>
      </p:sp>
    </p:spTree>
    <p:extLst>
      <p:ext uri="{BB962C8B-B14F-4D97-AF65-F5344CB8AC3E}">
        <p14:creationId xmlns:p14="http://schemas.microsoft.com/office/powerpoint/2010/main" val="41639359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076E-115C-4666-A495-3F93E5C995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C5DAA76-C4D1-49DB-88C0-2C7B52B62C65}"/>
              </a:ext>
            </a:extLst>
          </p:cNvPr>
          <p:cNvSpPr>
            <a:spLocks noGrp="1"/>
          </p:cNvSpPr>
          <p:nvPr>
            <p:ph sz="quarter" idx="13"/>
          </p:nvPr>
        </p:nvSpPr>
        <p:spPr/>
        <p:txBody>
          <a:bodyPr/>
          <a:lstStyle/>
          <a:p>
            <a:endParaRPr lang="en-US" dirty="0"/>
          </a:p>
        </p:txBody>
      </p:sp>
      <p:sp>
        <p:nvSpPr>
          <p:cNvPr id="4" name="Date Placeholder 3">
            <a:extLst>
              <a:ext uri="{FF2B5EF4-FFF2-40B4-BE49-F238E27FC236}">
                <a16:creationId xmlns:a16="http://schemas.microsoft.com/office/drawing/2014/main" id="{C3F815CE-19A8-4527-9613-9BD353D81C96}"/>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E1739395-FA3C-462D-858F-07EC9BF551D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B86192B-C4A1-43B1-B7F7-CE4AC931089B}"/>
              </a:ext>
            </a:extLst>
          </p:cNvPr>
          <p:cNvSpPr>
            <a:spLocks noGrp="1"/>
          </p:cNvSpPr>
          <p:nvPr>
            <p:ph type="sldNum" sz="quarter" idx="16"/>
          </p:nvPr>
        </p:nvSpPr>
        <p:spPr/>
        <p:txBody>
          <a:bodyPr/>
          <a:lstStyle/>
          <a:p>
            <a:fld id="{4EBCDCBD-78E1-0D41-A999-31B5EBF8E02C}" type="slidenum">
              <a:rPr lang="en-US" smtClean="0"/>
              <a:pPr/>
              <a:t>16</a:t>
            </a:fld>
            <a:endParaRPr lang="en-US" dirty="0"/>
          </a:p>
        </p:txBody>
      </p:sp>
      <p:pic>
        <p:nvPicPr>
          <p:cNvPr id="8" name="Picture 7">
            <a:extLst>
              <a:ext uri="{FF2B5EF4-FFF2-40B4-BE49-F238E27FC236}">
                <a16:creationId xmlns:a16="http://schemas.microsoft.com/office/drawing/2014/main" id="{C3A58DB2-4709-4758-A68A-273ADC70999C}"/>
              </a:ext>
            </a:extLst>
          </p:cNvPr>
          <p:cNvPicPr>
            <a:picLocks noChangeAspect="1"/>
          </p:cNvPicPr>
          <p:nvPr/>
        </p:nvPicPr>
        <p:blipFill rotWithShape="1">
          <a:blip r:embed="rId2"/>
          <a:srcRect t="2256"/>
          <a:stretch/>
        </p:blipFill>
        <p:spPr>
          <a:xfrm>
            <a:off x="263235" y="367078"/>
            <a:ext cx="11665527" cy="6057390"/>
          </a:xfrm>
          <a:prstGeom prst="rect">
            <a:avLst/>
          </a:prstGeom>
        </p:spPr>
      </p:pic>
      <p:sp>
        <p:nvSpPr>
          <p:cNvPr id="9" name="Text Placeholder 14">
            <a:extLst>
              <a:ext uri="{FF2B5EF4-FFF2-40B4-BE49-F238E27FC236}">
                <a16:creationId xmlns:a16="http://schemas.microsoft.com/office/drawing/2014/main" id="{6392CE8B-218E-4DB5-A6A4-B06591EC9E53}"/>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10" name="Text Placeholder 15">
            <a:extLst>
              <a:ext uri="{FF2B5EF4-FFF2-40B4-BE49-F238E27FC236}">
                <a16:creationId xmlns:a16="http://schemas.microsoft.com/office/drawing/2014/main" id="{7FE58B84-329D-4A84-A8C0-56C8D439B759}"/>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1056152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5799" y="2324100"/>
            <a:ext cx="10840915" cy="1572399"/>
          </a:xfrm>
        </p:spPr>
        <p:txBody>
          <a:bodyPr/>
          <a:lstStyle/>
          <a:p>
            <a:r>
              <a:rPr lang="en-US" dirty="0"/>
              <a:t>Future Updates</a:t>
            </a:r>
          </a:p>
        </p:txBody>
      </p:sp>
    </p:spTree>
    <p:extLst>
      <p:ext uri="{BB962C8B-B14F-4D97-AF65-F5344CB8AC3E}">
        <p14:creationId xmlns:p14="http://schemas.microsoft.com/office/powerpoint/2010/main" val="12773661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076E-115C-4666-A495-3F93E5C9951F}"/>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CC5DAA76-C4D1-49DB-88C0-2C7B52B62C65}"/>
              </a:ext>
            </a:extLst>
          </p:cNvPr>
          <p:cNvSpPr>
            <a:spLocks noGrp="1"/>
          </p:cNvSpPr>
          <p:nvPr>
            <p:ph sz="quarter" idx="13"/>
          </p:nvPr>
        </p:nvSpPr>
        <p:spPr/>
        <p:txBody>
          <a:bodyPr/>
          <a:lstStyle/>
          <a:p>
            <a:pPr marL="0" indent="0">
              <a:buNone/>
            </a:pPr>
            <a:r>
              <a:rPr lang="en-US" dirty="0"/>
              <a:t>On the current code base:</a:t>
            </a:r>
          </a:p>
          <a:p>
            <a:r>
              <a:rPr lang="en-US" dirty="0"/>
              <a:t>Implement MOI’s for ballast cartridges</a:t>
            </a:r>
          </a:p>
          <a:p>
            <a:r>
              <a:rPr lang="en-US" dirty="0"/>
              <a:t>Add user inputs for tolerancing and accuracy</a:t>
            </a:r>
          </a:p>
          <a:p>
            <a:pPr lvl="1"/>
            <a:r>
              <a:rPr lang="en-US" dirty="0"/>
              <a:t>Make the UI more conducive to working with an ICD</a:t>
            </a:r>
          </a:p>
          <a:p>
            <a:endParaRPr lang="en-US" dirty="0"/>
          </a:p>
          <a:p>
            <a:endParaRPr lang="en-US" dirty="0"/>
          </a:p>
          <a:p>
            <a:endParaRPr lang="en-US" dirty="0"/>
          </a:p>
          <a:p>
            <a:pPr marL="0" indent="0">
              <a:buNone/>
            </a:pPr>
            <a:r>
              <a:rPr lang="en-US" dirty="0"/>
              <a:t>On the project as a whole:</a:t>
            </a:r>
          </a:p>
          <a:p>
            <a:r>
              <a:rPr lang="en-US" dirty="0"/>
              <a:t>Implement genetic algorithm for underlying optimization</a:t>
            </a:r>
          </a:p>
          <a:p>
            <a:endParaRPr lang="en-US" dirty="0"/>
          </a:p>
        </p:txBody>
      </p:sp>
      <p:sp>
        <p:nvSpPr>
          <p:cNvPr id="4" name="Date Placeholder 3">
            <a:extLst>
              <a:ext uri="{FF2B5EF4-FFF2-40B4-BE49-F238E27FC236}">
                <a16:creationId xmlns:a16="http://schemas.microsoft.com/office/drawing/2014/main" id="{C3F815CE-19A8-4527-9613-9BD353D81C96}"/>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E1739395-FA3C-462D-858F-07EC9BF551D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B86192B-C4A1-43B1-B7F7-CE4AC931089B}"/>
              </a:ext>
            </a:extLst>
          </p:cNvPr>
          <p:cNvSpPr>
            <a:spLocks noGrp="1"/>
          </p:cNvSpPr>
          <p:nvPr>
            <p:ph type="sldNum" sz="quarter" idx="16"/>
          </p:nvPr>
        </p:nvSpPr>
        <p:spPr/>
        <p:txBody>
          <a:bodyPr/>
          <a:lstStyle/>
          <a:p>
            <a:fld id="{4EBCDCBD-78E1-0D41-A999-31B5EBF8E02C}" type="slidenum">
              <a:rPr lang="en-US" smtClean="0"/>
              <a:pPr/>
              <a:t>18</a:t>
            </a:fld>
            <a:endParaRPr lang="en-US" dirty="0"/>
          </a:p>
        </p:txBody>
      </p:sp>
      <p:sp>
        <p:nvSpPr>
          <p:cNvPr id="9" name="Text Placeholder 14">
            <a:extLst>
              <a:ext uri="{FF2B5EF4-FFF2-40B4-BE49-F238E27FC236}">
                <a16:creationId xmlns:a16="http://schemas.microsoft.com/office/drawing/2014/main" id="{6392CE8B-218E-4DB5-A6A4-B06591EC9E53}"/>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10" name="Text Placeholder 15">
            <a:extLst>
              <a:ext uri="{FF2B5EF4-FFF2-40B4-BE49-F238E27FC236}">
                <a16:creationId xmlns:a16="http://schemas.microsoft.com/office/drawing/2014/main" id="{7FE58B84-329D-4A84-A8C0-56C8D439B759}"/>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31549720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076E-115C-4666-A495-3F93E5C9951F}"/>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CC5DAA76-C4D1-49DB-88C0-2C7B52B62C65}"/>
              </a:ext>
            </a:extLst>
          </p:cNvPr>
          <p:cNvSpPr>
            <a:spLocks noGrp="1"/>
          </p:cNvSpPr>
          <p:nvPr>
            <p:ph sz="quarter" idx="13"/>
          </p:nvPr>
        </p:nvSpPr>
        <p:spPr/>
        <p:txBody>
          <a:bodyPr>
            <a:normAutofit fontScale="92500" lnSpcReduction="20000"/>
          </a:bodyPr>
          <a:lstStyle/>
          <a:p>
            <a:pPr marL="0" indent="0">
              <a:buNone/>
            </a:pPr>
            <a:r>
              <a:rPr lang="en-US" dirty="0"/>
              <a:t>Genetic Algorithm (GA)</a:t>
            </a:r>
          </a:p>
          <a:p>
            <a:r>
              <a:rPr lang="en-US" dirty="0"/>
              <a:t>This problem is extremely well suited for the use of a GA</a:t>
            </a:r>
          </a:p>
          <a:p>
            <a:pPr lvl="1"/>
            <a:r>
              <a:rPr lang="en-US" dirty="0"/>
              <a:t>The discrete nature of the problem as well as the ability to “breed” individual solutions </a:t>
            </a:r>
          </a:p>
          <a:p>
            <a:pPr marL="447675" lvl="1" indent="0">
              <a:buNone/>
            </a:pPr>
            <a:endParaRPr lang="en-US" dirty="0"/>
          </a:p>
          <a:p>
            <a:pPr marL="0" indent="-17463">
              <a:buNone/>
            </a:pPr>
            <a:r>
              <a:rPr lang="en-US" dirty="0"/>
              <a:t>Steps to Implement:</a:t>
            </a:r>
          </a:p>
          <a:p>
            <a:pPr marL="439737" indent="-457200">
              <a:buFont typeface="+mj-lt"/>
              <a:buAutoNum type="arabicPeriod"/>
            </a:pPr>
            <a:r>
              <a:rPr lang="en-US" dirty="0"/>
              <a:t>Generate N random solutions as a part of one generation</a:t>
            </a:r>
          </a:p>
          <a:p>
            <a:pPr marL="439737" indent="-457200">
              <a:buFont typeface="+mj-lt"/>
              <a:buAutoNum type="arabicPeriod"/>
            </a:pPr>
            <a:r>
              <a:rPr lang="en-US" dirty="0"/>
              <a:t>Rank those individuals based on some loss function</a:t>
            </a:r>
          </a:p>
          <a:p>
            <a:pPr marL="439737" indent="-457200">
              <a:buFont typeface="+mj-lt"/>
              <a:buAutoNum type="arabicPeriod"/>
            </a:pPr>
            <a:r>
              <a:rPr lang="en-US" dirty="0"/>
              <a:t>Take the top 50% and “breed” them by exchanging different aspects of the solution, creating a new generation</a:t>
            </a:r>
          </a:p>
          <a:p>
            <a:pPr marL="904875" lvl="1" indent="-457200">
              <a:buFont typeface="+mj-lt"/>
              <a:buAutoNum type="arabicPeriod"/>
            </a:pPr>
            <a:r>
              <a:rPr lang="en-US" dirty="0"/>
              <a:t>Add some random variance to each solution as well</a:t>
            </a:r>
          </a:p>
          <a:p>
            <a:pPr marL="439737" indent="-457200">
              <a:buFont typeface="+mj-lt"/>
              <a:buAutoNum type="arabicPeriod"/>
            </a:pPr>
            <a:r>
              <a:rPr lang="en-US" dirty="0"/>
              <a:t>Take this generation and do steps 2-3 over again until the loss function evaluates below a certain value</a:t>
            </a:r>
          </a:p>
          <a:p>
            <a:pPr marL="0" indent="0">
              <a:buNone/>
            </a:pPr>
            <a:endParaRPr lang="en-US" dirty="0"/>
          </a:p>
          <a:p>
            <a:pPr marL="447675" lvl="1" indent="0">
              <a:buNone/>
            </a:pPr>
            <a:endParaRPr lang="en-US" dirty="0"/>
          </a:p>
          <a:p>
            <a:pPr marL="447675" lvl="1" indent="0">
              <a:buNone/>
            </a:pPr>
            <a:endParaRPr lang="en-US" dirty="0"/>
          </a:p>
          <a:p>
            <a:r>
              <a:rPr lang="en-US" dirty="0"/>
              <a:t>Note: speak with David </a:t>
            </a:r>
            <a:r>
              <a:rPr lang="en-US" dirty="0" err="1"/>
              <a:t>Wolmark</a:t>
            </a:r>
            <a:r>
              <a:rPr lang="en-US" dirty="0"/>
              <a:t>, he may offer more guidance than I have outlined here and expressed interest in this solution.</a:t>
            </a:r>
          </a:p>
          <a:p>
            <a:endParaRPr lang="en-US" dirty="0"/>
          </a:p>
        </p:txBody>
      </p:sp>
      <p:sp>
        <p:nvSpPr>
          <p:cNvPr id="4" name="Date Placeholder 3">
            <a:extLst>
              <a:ext uri="{FF2B5EF4-FFF2-40B4-BE49-F238E27FC236}">
                <a16:creationId xmlns:a16="http://schemas.microsoft.com/office/drawing/2014/main" id="{C3F815CE-19A8-4527-9613-9BD353D81C96}"/>
              </a:ext>
            </a:extLst>
          </p:cNvPr>
          <p:cNvSpPr>
            <a:spLocks noGrp="1"/>
          </p:cNvSpPr>
          <p:nvPr>
            <p:ph type="dt" sz="half" idx="14"/>
          </p:nvPr>
        </p:nvSpPr>
        <p:spPr/>
        <p:txBody>
          <a:bodyPr/>
          <a:lstStyle/>
          <a:p>
            <a:fld id="{23C2CCE9-65D5-4615-9B27-785F94F466C1}" type="datetime3">
              <a:rPr lang="en-US" smtClean="0"/>
              <a:t>15 August 2024</a:t>
            </a:fld>
            <a:endParaRPr lang="en-US" dirty="0"/>
          </a:p>
        </p:txBody>
      </p:sp>
      <p:sp>
        <p:nvSpPr>
          <p:cNvPr id="5" name="Footer Placeholder 4">
            <a:extLst>
              <a:ext uri="{FF2B5EF4-FFF2-40B4-BE49-F238E27FC236}">
                <a16:creationId xmlns:a16="http://schemas.microsoft.com/office/drawing/2014/main" id="{E1739395-FA3C-462D-858F-07EC9BF551DF}"/>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AB86192B-C4A1-43B1-B7F7-CE4AC931089B}"/>
              </a:ext>
            </a:extLst>
          </p:cNvPr>
          <p:cNvSpPr>
            <a:spLocks noGrp="1"/>
          </p:cNvSpPr>
          <p:nvPr>
            <p:ph type="sldNum" sz="quarter" idx="16"/>
          </p:nvPr>
        </p:nvSpPr>
        <p:spPr/>
        <p:txBody>
          <a:bodyPr/>
          <a:lstStyle/>
          <a:p>
            <a:fld id="{4EBCDCBD-78E1-0D41-A999-31B5EBF8E02C}" type="slidenum">
              <a:rPr lang="en-US" smtClean="0"/>
              <a:pPr/>
              <a:t>19</a:t>
            </a:fld>
            <a:endParaRPr lang="en-US" dirty="0"/>
          </a:p>
        </p:txBody>
      </p:sp>
      <p:sp>
        <p:nvSpPr>
          <p:cNvPr id="9" name="Text Placeholder 14">
            <a:extLst>
              <a:ext uri="{FF2B5EF4-FFF2-40B4-BE49-F238E27FC236}">
                <a16:creationId xmlns:a16="http://schemas.microsoft.com/office/drawing/2014/main" id="{6392CE8B-218E-4DB5-A6A4-B06591EC9E53}"/>
              </a:ext>
            </a:extLst>
          </p:cNvPr>
          <p:cNvSpPr txBox="1">
            <a:spLocks/>
          </p:cNvSpPr>
          <p:nvPr/>
        </p:nvSpPr>
        <p:spPr>
          <a:xfrm>
            <a:off x="0" y="-8228"/>
            <a:ext cx="12192000" cy="264260"/>
          </a:xfrm>
          <a:prstGeom prst="rect">
            <a:avLst/>
          </a:prstGeom>
          <a:solidFill>
            <a:srgbClr val="470A68"/>
          </a:solidFill>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chemeClr val="bg1"/>
                </a:solidFill>
              </a:rPr>
              <a:t>CUI</a:t>
            </a:r>
          </a:p>
        </p:txBody>
      </p:sp>
      <p:sp>
        <p:nvSpPr>
          <p:cNvPr id="10" name="Text Placeholder 15">
            <a:extLst>
              <a:ext uri="{FF2B5EF4-FFF2-40B4-BE49-F238E27FC236}">
                <a16:creationId xmlns:a16="http://schemas.microsoft.com/office/drawing/2014/main" id="{7FE58B84-329D-4A84-A8C0-56C8D439B759}"/>
              </a:ext>
            </a:extLst>
          </p:cNvPr>
          <p:cNvSpPr txBox="1">
            <a:spLocks/>
          </p:cNvSpPr>
          <p:nvPr/>
        </p:nvSpPr>
        <p:spPr>
          <a:xfrm>
            <a:off x="4037846" y="6500822"/>
            <a:ext cx="4116308" cy="356616"/>
          </a:xfrm>
          <a:prstGeom prst="rect">
            <a:avLst/>
          </a:prstGeom>
        </p:spPr>
        <p:txBody>
          <a:bodyPr/>
          <a:lstStyle>
            <a:lvl1pPr marL="228600" indent="-228600" algn="l" defTabSz="914400" rtl="0" eaLnBrk="1" latinLnBrk="0" hangingPunct="1">
              <a:lnSpc>
                <a:spcPct val="100000"/>
              </a:lnSpc>
              <a:spcBef>
                <a:spcPts val="1000"/>
              </a:spcBef>
              <a:buFont typeface="Arial"/>
              <a:buChar char="•"/>
              <a:defRPr sz="2000" kern="1200">
                <a:solidFill>
                  <a:schemeClr val="tx2">
                    <a:lumMod val="75000"/>
                  </a:schemeClr>
                </a:solidFill>
                <a:latin typeface="+mn-lt"/>
                <a:ea typeface="+mn-ea"/>
                <a:cs typeface="+mn-cs"/>
              </a:defRPr>
            </a:lvl1pPr>
            <a:lvl2pPr marL="693738" indent="-246063" algn="l" defTabSz="914400" rtl="0" eaLnBrk="1" latinLnBrk="0" hangingPunct="1">
              <a:lnSpc>
                <a:spcPct val="100000"/>
              </a:lnSpc>
              <a:spcBef>
                <a:spcPts val="400"/>
              </a:spcBef>
              <a:buFont typeface=".AppleSystemUIFont" charset="-120"/>
              <a:buChar char="-"/>
              <a:tabLst/>
              <a:defRPr sz="1600" kern="1200">
                <a:solidFill>
                  <a:schemeClr val="tx2">
                    <a:lumMod val="75000"/>
                  </a:schemeClr>
                </a:solidFill>
                <a:latin typeface="+mn-lt"/>
                <a:ea typeface="+mn-ea"/>
                <a:cs typeface="+mn-cs"/>
              </a:defRPr>
            </a:lvl2pPr>
            <a:lvl3pPr marL="1150938" indent="-228600" algn="l" defTabSz="914400" rtl="0" eaLnBrk="1" latinLnBrk="0" hangingPunct="1">
              <a:lnSpc>
                <a:spcPct val="100000"/>
              </a:lnSpc>
              <a:spcBef>
                <a:spcPts val="400"/>
              </a:spcBef>
              <a:buSzPct val="80000"/>
              <a:buFont typeface="Wingdings" charset="2"/>
              <a:buChar char="§"/>
              <a:tabLst/>
              <a:defRPr sz="1600" kern="1200">
                <a:solidFill>
                  <a:schemeClr val="tx2">
                    <a:lumMod val="75000"/>
                  </a:schemeClr>
                </a:solidFill>
                <a:latin typeface="+mn-lt"/>
                <a:ea typeface="+mn-ea"/>
                <a:cs typeface="+mn-cs"/>
              </a:defRPr>
            </a:lvl3pPr>
            <a:lvl4pPr marL="1606550" indent="-227013" algn="l" defTabSz="914400" rtl="0" eaLnBrk="1" latinLnBrk="0" hangingPunct="1">
              <a:lnSpc>
                <a:spcPct val="100000"/>
              </a:lnSpc>
              <a:spcBef>
                <a:spcPts val="400"/>
              </a:spcBef>
              <a:buSzPct val="80000"/>
              <a:buFont typeface="Courier New" charset="0"/>
              <a:buChar char="o"/>
              <a:tabLst/>
              <a:defRPr sz="1600" kern="1200">
                <a:solidFill>
                  <a:schemeClr val="tx2">
                    <a:lumMod val="75000"/>
                  </a:schemeClr>
                </a:solidFill>
                <a:latin typeface="+mn-lt"/>
                <a:ea typeface="+mn-ea"/>
                <a:cs typeface="+mn-cs"/>
              </a:defRPr>
            </a:lvl4pPr>
            <a:lvl5pPr marL="2063750" indent="-228600" algn="l" defTabSz="914400" rtl="0" eaLnBrk="1" latinLnBrk="0" hangingPunct="1">
              <a:lnSpc>
                <a:spcPct val="100000"/>
              </a:lnSpc>
              <a:spcBef>
                <a:spcPts val="400"/>
              </a:spcBef>
              <a:buFont typeface="Arial"/>
              <a:buChar char="•"/>
              <a:tabLst/>
              <a:defRPr sz="1600" kern="1200" baseline="0">
                <a:solidFill>
                  <a:schemeClr val="tx2">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US" sz="1400" b="1" dirty="0">
                <a:solidFill>
                  <a:srgbClr val="470A68"/>
                </a:solidFill>
              </a:rPr>
              <a:t>CUI</a:t>
            </a:r>
          </a:p>
        </p:txBody>
      </p:sp>
    </p:spTree>
    <p:extLst>
      <p:ext uri="{BB962C8B-B14F-4D97-AF65-F5344CB8AC3E}">
        <p14:creationId xmlns:p14="http://schemas.microsoft.com/office/powerpoint/2010/main" val="465528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A2D42-9EFD-4AAE-9A75-E5B1B62FCED7}"/>
              </a:ext>
            </a:extLst>
          </p:cNvPr>
          <p:cNvSpPr>
            <a:spLocks noGrp="1"/>
          </p:cNvSpPr>
          <p:nvPr>
            <p:ph type="title"/>
          </p:nvPr>
        </p:nvSpPr>
        <p:spPr/>
        <p:txBody>
          <a:bodyPr/>
          <a:lstStyle/>
          <a:p>
            <a:r>
              <a:rPr lang="en-US" dirty="0"/>
              <a:t>Future Work</a:t>
            </a:r>
          </a:p>
        </p:txBody>
      </p:sp>
      <p:sp>
        <p:nvSpPr>
          <p:cNvPr id="3" name="Content Placeholder 2">
            <a:extLst>
              <a:ext uri="{FF2B5EF4-FFF2-40B4-BE49-F238E27FC236}">
                <a16:creationId xmlns:a16="http://schemas.microsoft.com/office/drawing/2014/main" id="{A50B11F5-AB5B-4874-9AF9-B63C6BD25473}"/>
              </a:ext>
            </a:extLst>
          </p:cNvPr>
          <p:cNvSpPr>
            <a:spLocks noGrp="1"/>
          </p:cNvSpPr>
          <p:nvPr>
            <p:ph sz="quarter" idx="13"/>
          </p:nvPr>
        </p:nvSpPr>
        <p:spPr/>
        <p:txBody>
          <a:bodyPr/>
          <a:lstStyle/>
          <a:p>
            <a:pPr marL="0" indent="0">
              <a:buNone/>
            </a:pPr>
            <a:r>
              <a:rPr lang="en-US" dirty="0"/>
              <a:t>Information on genetic algorithms</a:t>
            </a:r>
          </a:p>
          <a:p>
            <a:r>
              <a:rPr lang="en-US" dirty="0">
                <a:hlinkClick r:id="rId2"/>
              </a:rPr>
              <a:t>https://www.geeksforgeeks.org/genetic-algorithms/</a:t>
            </a:r>
            <a:endParaRPr lang="en-US" dirty="0"/>
          </a:p>
          <a:p>
            <a:r>
              <a:rPr lang="en-US" dirty="0">
                <a:hlinkClick r:id="rId3"/>
              </a:rPr>
              <a:t>https://www.youtube.com/watch?v=XP2sFzp2Rig</a:t>
            </a:r>
            <a:endParaRPr lang="en-US" dirty="0"/>
          </a:p>
          <a:p>
            <a:r>
              <a:rPr lang="en-US" dirty="0">
                <a:hlinkClick r:id="rId4"/>
              </a:rPr>
              <a:t>https://www.youtube.com/watch?v=uQj5UNhCPuo</a:t>
            </a:r>
            <a:endParaRPr lang="en-US" dirty="0"/>
          </a:p>
          <a:p>
            <a:endParaRPr lang="en-US" dirty="0"/>
          </a:p>
          <a:p>
            <a:endParaRPr lang="en-US" dirty="0"/>
          </a:p>
          <a:p>
            <a:endParaRPr lang="en-US" dirty="0"/>
          </a:p>
        </p:txBody>
      </p:sp>
      <p:sp>
        <p:nvSpPr>
          <p:cNvPr id="4" name="Date Placeholder 3">
            <a:extLst>
              <a:ext uri="{FF2B5EF4-FFF2-40B4-BE49-F238E27FC236}">
                <a16:creationId xmlns:a16="http://schemas.microsoft.com/office/drawing/2014/main" id="{B7027C3A-7969-4F83-9954-C508AAF3CB87}"/>
              </a:ext>
            </a:extLst>
          </p:cNvPr>
          <p:cNvSpPr>
            <a:spLocks noGrp="1"/>
          </p:cNvSpPr>
          <p:nvPr>
            <p:ph type="dt" sz="half" idx="14"/>
          </p:nvPr>
        </p:nvSpPr>
        <p:spPr/>
        <p:txBody>
          <a:bodyPr/>
          <a:lstStyle/>
          <a:p>
            <a:fld id="{23C2CCE9-65D5-4615-9B27-785F94F466C1}" type="datetime3">
              <a:rPr lang="en-US" smtClean="0"/>
              <a:t>16 August 2024</a:t>
            </a:fld>
            <a:endParaRPr lang="en-US" dirty="0"/>
          </a:p>
        </p:txBody>
      </p:sp>
      <p:sp>
        <p:nvSpPr>
          <p:cNvPr id="5" name="Footer Placeholder 4">
            <a:extLst>
              <a:ext uri="{FF2B5EF4-FFF2-40B4-BE49-F238E27FC236}">
                <a16:creationId xmlns:a16="http://schemas.microsoft.com/office/drawing/2014/main" id="{0FE249B0-EDB8-447A-8806-D04580F529F4}"/>
              </a:ext>
            </a:extLst>
          </p:cNvPr>
          <p:cNvSpPr>
            <a:spLocks noGrp="1"/>
          </p:cNvSpPr>
          <p:nvPr>
            <p:ph type="ftr" sz="quarter" idx="15"/>
          </p:nvPr>
        </p:nvSpPr>
        <p:spPr/>
        <p:txBody>
          <a:bodyPr/>
          <a:lstStyle/>
          <a:p>
            <a:endParaRPr lang="en-US" dirty="0"/>
          </a:p>
        </p:txBody>
      </p:sp>
      <p:sp>
        <p:nvSpPr>
          <p:cNvPr id="6" name="Slide Number Placeholder 5">
            <a:extLst>
              <a:ext uri="{FF2B5EF4-FFF2-40B4-BE49-F238E27FC236}">
                <a16:creationId xmlns:a16="http://schemas.microsoft.com/office/drawing/2014/main" id="{2CD1B42B-4F30-4B3F-8004-8A9DBC427884}"/>
              </a:ext>
            </a:extLst>
          </p:cNvPr>
          <p:cNvSpPr>
            <a:spLocks noGrp="1"/>
          </p:cNvSpPr>
          <p:nvPr>
            <p:ph type="sldNum" sz="quarter" idx="16"/>
          </p:nvPr>
        </p:nvSpPr>
        <p:spPr/>
        <p:txBody>
          <a:bodyPr/>
          <a:lstStyle/>
          <a:p>
            <a:fld id="{4EBCDCBD-78E1-0D41-A999-31B5EBF8E02C}" type="slidenum">
              <a:rPr lang="en-US" smtClean="0"/>
              <a:pPr/>
              <a:t>20</a:t>
            </a:fld>
            <a:endParaRPr lang="en-US" dirty="0"/>
          </a:p>
        </p:txBody>
      </p:sp>
    </p:spTree>
    <p:extLst>
      <p:ext uri="{BB962C8B-B14F-4D97-AF65-F5344CB8AC3E}">
        <p14:creationId xmlns:p14="http://schemas.microsoft.com/office/powerpoint/2010/main" val="31546777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2750389"/>
      </p:ext>
    </p:extLst>
  </p:cSld>
  <p:clrMapOvr>
    <a:masterClrMapping/>
  </p:clrMapOvr>
</p:sld>
</file>

<file path=ppt/theme/theme1.xml><?xml version="1.0" encoding="utf-8"?>
<a:theme xmlns:a="http://schemas.openxmlformats.org/drawingml/2006/main" name="APL-PowerPoint-Theme_light">
  <a:themeElements>
    <a:clrScheme name="Custom 24">
      <a:dk1>
        <a:srgbClr val="000000"/>
      </a:dk1>
      <a:lt1>
        <a:srgbClr val="FFFFFF"/>
      </a:lt1>
      <a:dk2>
        <a:srgbClr val="44546A"/>
      </a:dk2>
      <a:lt2>
        <a:srgbClr val="E7E6E6"/>
      </a:lt2>
      <a:accent1>
        <a:srgbClr val="002C73"/>
      </a:accent1>
      <a:accent2>
        <a:srgbClr val="3E8EDE"/>
      </a:accent2>
      <a:accent3>
        <a:srgbClr val="74AA50"/>
      </a:accent3>
      <a:accent4>
        <a:srgbClr val="D2D755"/>
      </a:accent4>
      <a:accent5>
        <a:srgbClr val="FF9E16"/>
      </a:accent5>
      <a:accent6>
        <a:srgbClr val="E03C30"/>
      </a:accent6>
      <a:hlink>
        <a:srgbClr val="0537FF"/>
      </a:hlink>
      <a:folHlink>
        <a:srgbClr val="953A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solidFill>
            <a:schemeClr val="accent1"/>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ln w="19050">
          <a:noFill/>
        </a:ln>
      </a:spPr>
      <a:bodyPr wrap="square" rtlCol="0">
        <a:spAutoFit/>
      </a:bodyPr>
      <a:lstStyle>
        <a:defPPr>
          <a:defRPr sz="2000" dirty="0" err="1" smtClean="0">
            <a:solidFill>
              <a:schemeClr val="tx2">
                <a:lumMod val="75000"/>
              </a:schemeClr>
            </a:solidFill>
          </a:defRPr>
        </a:defPPr>
      </a:lstStyle>
    </a:txDef>
  </a:objectDefaults>
  <a:extraClrSchemeLst/>
  <a:extLst>
    <a:ext uri="{05A4C25C-085E-4340-85A3-A5531E510DB2}">
      <thm15:themeFamily xmlns:thm15="http://schemas.microsoft.com/office/thememl/2012/main" name="Presentation10" id="{26B47D95-EE2C-6A4D-BEF4-5EC15958B29F}" vid="{4E9EC19E-65E4-AA49-83C1-E3B4533A76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757BFD2CB1E744298C1AF8AA7379FF3" ma:contentTypeVersion="4" ma:contentTypeDescription="Create a new document." ma:contentTypeScope="" ma:versionID="e78114eed8621f4f046573b7710756e9">
  <xsd:schema xmlns:xsd="http://www.w3.org/2001/XMLSchema" xmlns:xs="http://www.w3.org/2001/XMLSchema" xmlns:p="http://schemas.microsoft.com/office/2006/metadata/properties" xmlns:ns1="http://schemas.microsoft.com/sharepoint/v3" xmlns:ns2="http://schemas.microsoft.com/sharepoint/v4" xmlns:ns3="79de32d1-22ac-42d0-9c42-d61c55952b0c" targetNamespace="http://schemas.microsoft.com/office/2006/metadata/properties" ma:root="true" ma:fieldsID="e95644cd47d5260cc7f92a9c31875574" ns1:_="" ns2:_="" ns3:_="">
    <xsd:import namespace="http://schemas.microsoft.com/sharepoint/v3"/>
    <xsd:import namespace="http://schemas.microsoft.com/sharepoint/v4"/>
    <xsd:import namespace="79de32d1-22ac-42d0-9c42-d61c55952b0c"/>
    <xsd:element name="properties">
      <xsd:complexType>
        <xsd:sequence>
          <xsd:element name="documentManagement">
            <xsd:complexType>
              <xsd:all>
                <xsd:element ref="ns1:PublishingStartDate" minOccurs="0"/>
                <xsd:element ref="ns1:PublishingExpirationDate" minOccurs="0"/>
                <xsd:element ref="ns2:IconOverlay"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10"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9de32d1-22ac-42d0-9c42-d61c55952b0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824ECF-CBB8-40F5-A3F9-4793A9B63268}">
  <ds:schemaRefs>
    <ds:schemaRef ds:uri="http://schemas.microsoft.com/office/2006/metadata/properties"/>
    <ds:schemaRef ds:uri="http://schemas.microsoft.com/office/infopath/2007/PartnerControls"/>
    <ds:schemaRef ds:uri="http://schemas.microsoft.com/sharepoint/v4"/>
    <ds:schemaRef ds:uri="http://schemas.microsoft.com/sharepoint/v3"/>
  </ds:schemaRefs>
</ds:datastoreItem>
</file>

<file path=customXml/itemProps2.xml><?xml version="1.0" encoding="utf-8"?>
<ds:datastoreItem xmlns:ds="http://schemas.openxmlformats.org/officeDocument/2006/customXml" ds:itemID="{3FD810B3-75BC-4625-AF09-188C8F0E877B}">
  <ds:schemaRefs>
    <ds:schemaRef ds:uri="http://schemas.microsoft.com/sharepoint/v3/contenttype/forms"/>
  </ds:schemaRefs>
</ds:datastoreItem>
</file>

<file path=customXml/itemProps3.xml><?xml version="1.0" encoding="utf-8"?>
<ds:datastoreItem xmlns:ds="http://schemas.openxmlformats.org/officeDocument/2006/customXml" ds:itemID="{178361B9-84BC-40B8-B126-B461D6D85EB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sharepoint/v4"/>
    <ds:schemaRef ds:uri="79de32d1-22ac-42d0-9c42-d61c55952b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Basic-Template_Light-Theme_16x9 (1)</Template>
  <TotalTime>1919</TotalTime>
  <Words>886</Words>
  <Application>Microsoft Office PowerPoint</Application>
  <PresentationFormat>Widescreen</PresentationFormat>
  <Paragraphs>163</Paragraphs>
  <Slides>21</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.AppleSystemUIFont</vt:lpstr>
      <vt:lpstr>Arial</vt:lpstr>
      <vt:lpstr>Calibri</vt:lpstr>
      <vt:lpstr>Courier New</vt:lpstr>
      <vt:lpstr>Helvetica</vt:lpstr>
      <vt:lpstr>Wingdings</vt:lpstr>
      <vt:lpstr>APL-PowerPoint-Theme_light</vt:lpstr>
      <vt:lpstr>Mass Optimization Tool Updated</vt:lpstr>
      <vt:lpstr>Using the App: A Walkthrough</vt:lpstr>
      <vt:lpstr>App GUI</vt:lpstr>
      <vt:lpstr>App GUI</vt:lpstr>
      <vt:lpstr>App Demo: Using the App </vt:lpstr>
      <vt:lpstr>App Demo: Results</vt:lpstr>
      <vt:lpstr>App Demo: Optional Results</vt:lpstr>
      <vt:lpstr>App Demo: Optional Results</vt:lpstr>
      <vt:lpstr>Changes From the Base Code</vt:lpstr>
      <vt:lpstr>Changes from Base Code</vt:lpstr>
      <vt:lpstr>Large and Small Ballast Fix</vt:lpstr>
      <vt:lpstr>PowerPoint Presentation</vt:lpstr>
      <vt:lpstr>Different Ballast Types</vt:lpstr>
      <vt:lpstr>Different Ballast Types</vt:lpstr>
      <vt:lpstr>Athena</vt:lpstr>
      <vt:lpstr>PowerPoint Presentation</vt:lpstr>
      <vt:lpstr>Future Updates</vt:lpstr>
      <vt:lpstr>Future Work</vt:lpstr>
      <vt:lpstr>Future Work</vt:lpstr>
      <vt:lpstr>Future Work</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Hammer, Jack</dc:creator>
  <cp:keywords/>
  <dc:description>Version 1.0</dc:description>
  <cp:lastModifiedBy>Hammer, Jack</cp:lastModifiedBy>
  <cp:revision>18</cp:revision>
  <cp:lastPrinted>2017-08-24T18:44:08Z</cp:lastPrinted>
  <dcterms:created xsi:type="dcterms:W3CDTF">2024-08-01T17:56:31Z</dcterms:created>
  <dcterms:modified xsi:type="dcterms:W3CDTF">2024-08-16T13:04:51Z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0x0101009757BFD2CB1E744298C1AF8AA7379FF3</vt:lpwstr>
  </property>
</Properties>
</file>